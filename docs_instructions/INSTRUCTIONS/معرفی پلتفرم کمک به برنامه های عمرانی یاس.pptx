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75" r:id="rId8"/>
    <p:sldId id="272" r:id="rId9"/>
    <p:sldId id="271" r:id="rId10"/>
    <p:sldId id="261" r:id="rId11"/>
    <p:sldId id="262" r:id="rId12"/>
    <p:sldId id="264" r:id="rId13"/>
    <p:sldId id="265" r:id="rId14"/>
    <p:sldId id="266" r:id="rId15"/>
    <p:sldId id="267" r:id="rId16"/>
    <p:sldId id="268" r:id="rId17"/>
    <p:sldId id="263" r:id="rId18"/>
    <p:sldId id="269" r:id="rId19"/>
    <p:sldId id="273" r:id="rId20"/>
    <p:sldId id="274" r:id="rId21"/>
    <p:sldId id="270" r:id="rId22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002FB7-62BC-4A3F-B0B8-9827733F8B4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63234F-5534-410B-830C-608E883526A7}">
      <dgm:prSet phldrT="[Text]"/>
      <dgm:spPr/>
      <dgm:t>
        <a:bodyPr/>
        <a:lstStyle/>
        <a:p>
          <a:r>
            <a:rPr lang="fa-IR" dirty="0" smtClean="0"/>
            <a:t>جامعه آماری 1000 نفره</a:t>
          </a:r>
          <a:endParaRPr lang="en-US" dirty="0"/>
        </a:p>
      </dgm:t>
    </dgm:pt>
    <dgm:pt modelId="{FC019175-C010-4A3E-9099-0012547CB4E3}" type="parTrans" cxnId="{280D408E-DB83-4899-80CF-D8EE5E6A2C4A}">
      <dgm:prSet/>
      <dgm:spPr/>
      <dgm:t>
        <a:bodyPr/>
        <a:lstStyle/>
        <a:p>
          <a:endParaRPr lang="en-US"/>
        </a:p>
      </dgm:t>
    </dgm:pt>
    <dgm:pt modelId="{E77D240F-91EA-4D8B-BD2F-32660722C9AF}" type="sibTrans" cxnId="{280D408E-DB83-4899-80CF-D8EE5E6A2C4A}">
      <dgm:prSet/>
      <dgm:spPr/>
      <dgm:t>
        <a:bodyPr/>
        <a:lstStyle/>
        <a:p>
          <a:endParaRPr lang="en-US"/>
        </a:p>
      </dgm:t>
    </dgm:pt>
    <dgm:pt modelId="{9C9C9577-15DE-40EA-AD12-AC4781EF5CC0}">
      <dgm:prSet phldrT="[Text]"/>
      <dgm:spPr/>
      <dgm:t>
        <a:bodyPr/>
        <a:lstStyle/>
        <a:p>
          <a:r>
            <a:rPr lang="fa-IR" dirty="0" smtClean="0"/>
            <a:t>گروه یک 100 نفر</a:t>
          </a:r>
          <a:endParaRPr lang="en-US" dirty="0"/>
        </a:p>
      </dgm:t>
    </dgm:pt>
    <dgm:pt modelId="{4CE7A55B-2484-40AA-AB03-B40D55479EC6}" type="sibTrans" cxnId="{BDB8D14D-7B0D-4390-A788-CB9B355EF584}">
      <dgm:prSet/>
      <dgm:spPr/>
      <dgm:t>
        <a:bodyPr/>
        <a:lstStyle/>
        <a:p>
          <a:endParaRPr lang="en-US"/>
        </a:p>
      </dgm:t>
    </dgm:pt>
    <dgm:pt modelId="{6767CBE0-4E5B-4310-8BB8-DB4EDCF76E8C}" type="parTrans" cxnId="{BDB8D14D-7B0D-4390-A788-CB9B355EF584}">
      <dgm:prSet/>
      <dgm:spPr/>
      <dgm:t>
        <a:bodyPr/>
        <a:lstStyle/>
        <a:p>
          <a:endParaRPr lang="en-US"/>
        </a:p>
      </dgm:t>
    </dgm:pt>
    <dgm:pt modelId="{15CAAADB-046F-415B-9CB7-FE4AE6634660}">
      <dgm:prSet phldrT="[Text]"/>
      <dgm:spPr/>
      <dgm:t>
        <a:bodyPr/>
        <a:lstStyle/>
        <a:p>
          <a:r>
            <a:rPr lang="fa-IR" dirty="0" smtClean="0"/>
            <a:t>گروه سه 300 نفر</a:t>
          </a:r>
          <a:endParaRPr lang="en-US" dirty="0"/>
        </a:p>
      </dgm:t>
    </dgm:pt>
    <dgm:pt modelId="{8614CED5-B0D9-4F6E-A296-CFE699F3008C}" type="parTrans" cxnId="{C347452A-22A2-4F53-BB08-521F5CF21839}">
      <dgm:prSet/>
      <dgm:spPr/>
      <dgm:t>
        <a:bodyPr/>
        <a:lstStyle/>
        <a:p>
          <a:endParaRPr lang="en-US"/>
        </a:p>
      </dgm:t>
    </dgm:pt>
    <dgm:pt modelId="{7171CC8E-68F6-43CA-9873-FE05B965A799}" type="sibTrans" cxnId="{C347452A-22A2-4F53-BB08-521F5CF21839}">
      <dgm:prSet/>
      <dgm:spPr/>
      <dgm:t>
        <a:bodyPr/>
        <a:lstStyle/>
        <a:p>
          <a:endParaRPr lang="en-US"/>
        </a:p>
      </dgm:t>
    </dgm:pt>
    <dgm:pt modelId="{D798F4D0-5D6A-4C1B-8FC5-50BB1C915539}">
      <dgm:prSet phldrT="[Text]"/>
      <dgm:spPr/>
      <dgm:t>
        <a:bodyPr/>
        <a:lstStyle/>
        <a:p>
          <a:r>
            <a:rPr lang="fa-IR" dirty="0" smtClean="0"/>
            <a:t>گروه چهار 400 نفر</a:t>
          </a:r>
          <a:endParaRPr lang="en-US" dirty="0"/>
        </a:p>
      </dgm:t>
    </dgm:pt>
    <dgm:pt modelId="{C2313B0B-34B5-4B2B-B0FB-067C499682D4}" type="parTrans" cxnId="{F8FC5E2B-3632-4AF5-9F62-CDA4D474AB29}">
      <dgm:prSet/>
      <dgm:spPr/>
      <dgm:t>
        <a:bodyPr/>
        <a:lstStyle/>
        <a:p>
          <a:endParaRPr lang="en-US"/>
        </a:p>
      </dgm:t>
    </dgm:pt>
    <dgm:pt modelId="{435BE7CD-DB1A-45E5-951E-6D3DC28EFB57}" type="sibTrans" cxnId="{F8FC5E2B-3632-4AF5-9F62-CDA4D474AB29}">
      <dgm:prSet/>
      <dgm:spPr/>
      <dgm:t>
        <a:bodyPr/>
        <a:lstStyle/>
        <a:p>
          <a:endParaRPr lang="en-US"/>
        </a:p>
      </dgm:t>
    </dgm:pt>
    <dgm:pt modelId="{BDFFF5BF-6EA1-491B-B1A3-F6151E11B927}">
      <dgm:prSet phldrT="[Text]"/>
      <dgm:spPr/>
      <dgm:t>
        <a:bodyPr/>
        <a:lstStyle/>
        <a:p>
          <a:r>
            <a:rPr lang="fa-IR" dirty="0" smtClean="0"/>
            <a:t>کمک ماهانه هر نفر 5 میلیون تومان</a:t>
          </a:r>
          <a:endParaRPr lang="en-US" dirty="0"/>
        </a:p>
      </dgm:t>
    </dgm:pt>
    <dgm:pt modelId="{522052BD-514D-4131-906C-A80F461D02F3}" type="parTrans" cxnId="{D61BBB13-96D7-44DC-88E9-29A5EC82571E}">
      <dgm:prSet/>
      <dgm:spPr/>
      <dgm:t>
        <a:bodyPr/>
        <a:lstStyle/>
        <a:p>
          <a:endParaRPr lang="en-US"/>
        </a:p>
      </dgm:t>
    </dgm:pt>
    <dgm:pt modelId="{F9B21D20-72DC-4A92-8B6D-3D1B36DA6287}" type="sibTrans" cxnId="{D61BBB13-96D7-44DC-88E9-29A5EC82571E}">
      <dgm:prSet/>
      <dgm:spPr/>
      <dgm:t>
        <a:bodyPr/>
        <a:lstStyle/>
        <a:p>
          <a:endParaRPr lang="en-US"/>
        </a:p>
      </dgm:t>
    </dgm:pt>
    <dgm:pt modelId="{6AA828C3-6977-4643-960B-12C1596B7A7D}">
      <dgm:prSet phldrT="[Text]"/>
      <dgm:spPr/>
      <dgm:t>
        <a:bodyPr/>
        <a:lstStyle/>
        <a:p>
          <a:r>
            <a:rPr lang="fa-IR" dirty="0" smtClean="0"/>
            <a:t>جمعا 500 میلیون تومان</a:t>
          </a:r>
          <a:endParaRPr lang="en-US" dirty="0"/>
        </a:p>
      </dgm:t>
    </dgm:pt>
    <dgm:pt modelId="{BED658FE-E9FA-41CD-B310-9F4FA733CB0C}" type="parTrans" cxnId="{64264C74-A2E6-4ED6-B826-F8A21A2F47EE}">
      <dgm:prSet/>
      <dgm:spPr/>
      <dgm:t>
        <a:bodyPr/>
        <a:lstStyle/>
        <a:p>
          <a:endParaRPr lang="en-US"/>
        </a:p>
      </dgm:t>
    </dgm:pt>
    <dgm:pt modelId="{DFFAF362-4A4B-42C5-B8EB-67203CB38939}" type="sibTrans" cxnId="{64264C74-A2E6-4ED6-B826-F8A21A2F47EE}">
      <dgm:prSet/>
      <dgm:spPr/>
      <dgm:t>
        <a:bodyPr/>
        <a:lstStyle/>
        <a:p>
          <a:endParaRPr lang="en-US"/>
        </a:p>
      </dgm:t>
    </dgm:pt>
    <dgm:pt modelId="{15464384-B5C8-4024-803A-709E3E1B0100}">
      <dgm:prSet phldrT="[Text]"/>
      <dgm:spPr/>
      <dgm:t>
        <a:bodyPr/>
        <a:lstStyle/>
        <a:p>
          <a:r>
            <a:rPr lang="fa-IR" dirty="0" smtClean="0"/>
            <a:t>کمک ماهانه هر نفر 1میلیون تومان</a:t>
          </a:r>
          <a:endParaRPr lang="en-US" dirty="0"/>
        </a:p>
      </dgm:t>
    </dgm:pt>
    <dgm:pt modelId="{41E11C4D-0947-444F-BCF1-B33C7D12B23D}" type="parTrans" cxnId="{546F70A7-C9CE-4EE7-B986-CCFABAA0899B}">
      <dgm:prSet/>
      <dgm:spPr/>
      <dgm:t>
        <a:bodyPr/>
        <a:lstStyle/>
        <a:p>
          <a:endParaRPr lang="en-US"/>
        </a:p>
      </dgm:t>
    </dgm:pt>
    <dgm:pt modelId="{E764FB17-0090-4EA7-A46A-69DD4274D288}" type="sibTrans" cxnId="{546F70A7-C9CE-4EE7-B986-CCFABAA0899B}">
      <dgm:prSet/>
      <dgm:spPr/>
      <dgm:t>
        <a:bodyPr/>
        <a:lstStyle/>
        <a:p>
          <a:endParaRPr lang="en-US"/>
        </a:p>
      </dgm:t>
    </dgm:pt>
    <dgm:pt modelId="{6D129A8B-D3F5-4033-92A3-84A8619E5E81}">
      <dgm:prSet phldrT="[Text]"/>
      <dgm:spPr/>
      <dgm:t>
        <a:bodyPr/>
        <a:lstStyle/>
        <a:p>
          <a:r>
            <a:rPr lang="fa-IR" dirty="0" smtClean="0"/>
            <a:t>گروه دو 200 نفر</a:t>
          </a:r>
          <a:endParaRPr lang="en-US" dirty="0"/>
        </a:p>
      </dgm:t>
    </dgm:pt>
    <dgm:pt modelId="{39989C8B-D94E-42B1-AEB0-5BC80CAD2A96}" type="sibTrans" cxnId="{18852C01-8B76-4B8F-A686-9B837C766331}">
      <dgm:prSet/>
      <dgm:spPr/>
      <dgm:t>
        <a:bodyPr/>
        <a:lstStyle/>
        <a:p>
          <a:endParaRPr lang="en-US"/>
        </a:p>
      </dgm:t>
    </dgm:pt>
    <dgm:pt modelId="{95CAA53A-8B43-4B90-8BCD-9297936F3465}" type="parTrans" cxnId="{18852C01-8B76-4B8F-A686-9B837C766331}">
      <dgm:prSet/>
      <dgm:spPr/>
      <dgm:t>
        <a:bodyPr/>
        <a:lstStyle/>
        <a:p>
          <a:endParaRPr lang="en-US"/>
        </a:p>
      </dgm:t>
    </dgm:pt>
    <dgm:pt modelId="{36E10BEC-686D-4213-90D2-F82F6B7F7B62}">
      <dgm:prSet phldrT="[Text]"/>
      <dgm:spPr/>
      <dgm:t>
        <a:bodyPr/>
        <a:lstStyle/>
        <a:p>
          <a:r>
            <a:rPr lang="fa-IR" dirty="0" smtClean="0"/>
            <a:t>کمک ماهانه هر نفر 3 میلیون تومان</a:t>
          </a:r>
          <a:endParaRPr lang="en-US" dirty="0"/>
        </a:p>
      </dgm:t>
    </dgm:pt>
    <dgm:pt modelId="{164EE82A-9DB2-4113-9917-3E6A3998E9D7}" type="parTrans" cxnId="{CD26B0E2-0BA9-472B-8642-2227163F763C}">
      <dgm:prSet/>
      <dgm:spPr/>
      <dgm:t>
        <a:bodyPr/>
        <a:lstStyle/>
        <a:p>
          <a:endParaRPr lang="en-US"/>
        </a:p>
      </dgm:t>
    </dgm:pt>
    <dgm:pt modelId="{D7812D81-2847-4377-9A86-21A195751C3C}" type="sibTrans" cxnId="{CD26B0E2-0BA9-472B-8642-2227163F763C}">
      <dgm:prSet/>
      <dgm:spPr/>
      <dgm:t>
        <a:bodyPr/>
        <a:lstStyle/>
        <a:p>
          <a:endParaRPr lang="en-US"/>
        </a:p>
      </dgm:t>
    </dgm:pt>
    <dgm:pt modelId="{819F8F5D-B27C-4518-B526-D99F72AA8393}">
      <dgm:prSet phldrT="[Text]"/>
      <dgm:spPr/>
      <dgm:t>
        <a:bodyPr/>
        <a:lstStyle/>
        <a:p>
          <a:r>
            <a:rPr lang="fa-IR" dirty="0" smtClean="0"/>
            <a:t>جمعا 600 میلیون تومان</a:t>
          </a:r>
          <a:endParaRPr lang="en-US" dirty="0"/>
        </a:p>
      </dgm:t>
    </dgm:pt>
    <dgm:pt modelId="{35494514-DB8C-4123-9187-32C2727147F7}" type="parTrans" cxnId="{5649470E-820A-47B1-A66B-F3C1A7342D99}">
      <dgm:prSet/>
      <dgm:spPr/>
      <dgm:t>
        <a:bodyPr/>
        <a:lstStyle/>
        <a:p>
          <a:endParaRPr lang="en-US"/>
        </a:p>
      </dgm:t>
    </dgm:pt>
    <dgm:pt modelId="{006E7A95-C86F-4818-BE22-13C265648556}" type="sibTrans" cxnId="{5649470E-820A-47B1-A66B-F3C1A7342D99}">
      <dgm:prSet/>
      <dgm:spPr/>
      <dgm:t>
        <a:bodyPr/>
        <a:lstStyle/>
        <a:p>
          <a:endParaRPr lang="en-US"/>
        </a:p>
      </dgm:t>
    </dgm:pt>
    <dgm:pt modelId="{65723C32-CBBB-4761-B9A5-D84CBFB2D728}">
      <dgm:prSet phldrT="[Text]"/>
      <dgm:spPr/>
      <dgm:t>
        <a:bodyPr/>
        <a:lstStyle/>
        <a:p>
          <a:r>
            <a:rPr lang="fa-IR" dirty="0" smtClean="0"/>
            <a:t>کمک ماهانه هر نفر 2 میلیون تومان</a:t>
          </a:r>
          <a:endParaRPr lang="en-US" dirty="0"/>
        </a:p>
      </dgm:t>
    </dgm:pt>
    <dgm:pt modelId="{B72CD974-BA02-4049-9529-1E4D9D1E0DFB}" type="parTrans" cxnId="{11535D9C-8CB8-437F-BBDB-72FF58EAECFB}">
      <dgm:prSet/>
      <dgm:spPr/>
      <dgm:t>
        <a:bodyPr/>
        <a:lstStyle/>
        <a:p>
          <a:endParaRPr lang="en-US"/>
        </a:p>
      </dgm:t>
    </dgm:pt>
    <dgm:pt modelId="{DD726F4D-0683-46D7-84FE-6813D9AD98E2}" type="sibTrans" cxnId="{11535D9C-8CB8-437F-BBDB-72FF58EAECFB}">
      <dgm:prSet/>
      <dgm:spPr/>
      <dgm:t>
        <a:bodyPr/>
        <a:lstStyle/>
        <a:p>
          <a:endParaRPr lang="en-US"/>
        </a:p>
      </dgm:t>
    </dgm:pt>
    <dgm:pt modelId="{B5F19F5F-100B-497E-8328-53BCCA787B6C}">
      <dgm:prSet phldrT="[Text]"/>
      <dgm:spPr/>
      <dgm:t>
        <a:bodyPr/>
        <a:lstStyle/>
        <a:p>
          <a:r>
            <a:rPr lang="fa-IR" dirty="0" smtClean="0"/>
            <a:t>جمعا 600 میلیون تومان</a:t>
          </a:r>
          <a:endParaRPr lang="en-US" dirty="0"/>
        </a:p>
      </dgm:t>
    </dgm:pt>
    <dgm:pt modelId="{82AD4752-4FCF-4AB0-8CF4-8BAEA76E740C}" type="parTrans" cxnId="{0236814C-833B-488D-971C-0275A5748A71}">
      <dgm:prSet/>
      <dgm:spPr/>
      <dgm:t>
        <a:bodyPr/>
        <a:lstStyle/>
        <a:p>
          <a:endParaRPr lang="en-US"/>
        </a:p>
      </dgm:t>
    </dgm:pt>
    <dgm:pt modelId="{25A81649-90F7-4358-8689-911FB1BD8C35}" type="sibTrans" cxnId="{0236814C-833B-488D-971C-0275A5748A71}">
      <dgm:prSet/>
      <dgm:spPr/>
      <dgm:t>
        <a:bodyPr/>
        <a:lstStyle/>
        <a:p>
          <a:endParaRPr lang="en-US"/>
        </a:p>
      </dgm:t>
    </dgm:pt>
    <dgm:pt modelId="{3D2F8501-F234-4D20-B64B-7741861CC43C}">
      <dgm:prSet phldrT="[Text]"/>
      <dgm:spPr/>
      <dgm:t>
        <a:bodyPr/>
        <a:lstStyle/>
        <a:p>
          <a:r>
            <a:rPr lang="fa-IR" dirty="0" smtClean="0"/>
            <a:t>جمعا 400 میلیون تومان</a:t>
          </a:r>
          <a:endParaRPr lang="en-US" dirty="0"/>
        </a:p>
      </dgm:t>
    </dgm:pt>
    <dgm:pt modelId="{03C96A1A-01A8-4F51-BB4E-618BD28C7DDF}" type="parTrans" cxnId="{A8CAC0EB-79A5-4591-A938-6F8869E31E61}">
      <dgm:prSet/>
      <dgm:spPr/>
      <dgm:t>
        <a:bodyPr/>
        <a:lstStyle/>
        <a:p>
          <a:endParaRPr lang="en-US"/>
        </a:p>
      </dgm:t>
    </dgm:pt>
    <dgm:pt modelId="{24612CF3-A526-43BC-9FF5-457254EC929B}" type="sibTrans" cxnId="{A8CAC0EB-79A5-4591-A938-6F8869E31E61}">
      <dgm:prSet/>
      <dgm:spPr/>
      <dgm:t>
        <a:bodyPr/>
        <a:lstStyle/>
        <a:p>
          <a:endParaRPr lang="en-US"/>
        </a:p>
      </dgm:t>
    </dgm:pt>
    <dgm:pt modelId="{FED57F5B-44D3-4C2C-A494-B1F8085E1082}" type="pres">
      <dgm:prSet presAssocID="{23002FB7-62BC-4A3F-B0B8-9827733F8B4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464B396-F2DB-463D-ABE2-3DCB5BAE3BD7}" type="pres">
      <dgm:prSet presAssocID="{1A63234F-5534-410B-830C-608E883526A7}" presName="hierRoot1" presStyleCnt="0">
        <dgm:presLayoutVars>
          <dgm:hierBranch val="init"/>
        </dgm:presLayoutVars>
      </dgm:prSet>
      <dgm:spPr/>
    </dgm:pt>
    <dgm:pt modelId="{F72E13BB-AE50-4524-AEE0-5ED9BD770916}" type="pres">
      <dgm:prSet presAssocID="{1A63234F-5534-410B-830C-608E883526A7}" presName="rootComposite1" presStyleCnt="0"/>
      <dgm:spPr/>
    </dgm:pt>
    <dgm:pt modelId="{B59F515E-5B9E-420C-9025-A0D778453F13}" type="pres">
      <dgm:prSet presAssocID="{1A63234F-5534-410B-830C-608E883526A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6080A3-59C8-4463-9719-9C6C9439197F}" type="pres">
      <dgm:prSet presAssocID="{1A63234F-5534-410B-830C-608E883526A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03BB7FBD-12E2-4191-9F9B-6D2DFE93D2B7}" type="pres">
      <dgm:prSet presAssocID="{1A63234F-5534-410B-830C-608E883526A7}" presName="hierChild2" presStyleCnt="0"/>
      <dgm:spPr/>
    </dgm:pt>
    <dgm:pt modelId="{E0318333-CE00-4D4E-B0DF-4D4D68ED8F98}" type="pres">
      <dgm:prSet presAssocID="{6767CBE0-4E5B-4310-8BB8-DB4EDCF76E8C}" presName="Name37" presStyleLbl="parChTrans1D2" presStyleIdx="0" presStyleCnt="4"/>
      <dgm:spPr/>
      <dgm:t>
        <a:bodyPr/>
        <a:lstStyle/>
        <a:p>
          <a:endParaRPr lang="en-US"/>
        </a:p>
      </dgm:t>
    </dgm:pt>
    <dgm:pt modelId="{750EA825-1EF7-44AA-8057-BF2785A2A590}" type="pres">
      <dgm:prSet presAssocID="{9C9C9577-15DE-40EA-AD12-AC4781EF5CC0}" presName="hierRoot2" presStyleCnt="0">
        <dgm:presLayoutVars>
          <dgm:hierBranch val="init"/>
        </dgm:presLayoutVars>
      </dgm:prSet>
      <dgm:spPr/>
    </dgm:pt>
    <dgm:pt modelId="{C5A659EF-657A-4744-8F53-3D0D56D31BF3}" type="pres">
      <dgm:prSet presAssocID="{9C9C9577-15DE-40EA-AD12-AC4781EF5CC0}" presName="rootComposite" presStyleCnt="0"/>
      <dgm:spPr/>
    </dgm:pt>
    <dgm:pt modelId="{2A132A1C-1109-41CD-AA0D-60CE41E8DA8B}" type="pres">
      <dgm:prSet presAssocID="{9C9C9577-15DE-40EA-AD12-AC4781EF5CC0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6AA7D8-5D85-4E30-A725-0EAACC11CBD3}" type="pres">
      <dgm:prSet presAssocID="{9C9C9577-15DE-40EA-AD12-AC4781EF5CC0}" presName="rootConnector" presStyleLbl="node2" presStyleIdx="0" presStyleCnt="4"/>
      <dgm:spPr/>
      <dgm:t>
        <a:bodyPr/>
        <a:lstStyle/>
        <a:p>
          <a:endParaRPr lang="en-US"/>
        </a:p>
      </dgm:t>
    </dgm:pt>
    <dgm:pt modelId="{AC2E6A89-D255-4E06-B559-CE2F7563DF6E}" type="pres">
      <dgm:prSet presAssocID="{9C9C9577-15DE-40EA-AD12-AC4781EF5CC0}" presName="hierChild4" presStyleCnt="0"/>
      <dgm:spPr/>
    </dgm:pt>
    <dgm:pt modelId="{CC96927F-04F0-4C3E-BD5B-547DD003F2FB}" type="pres">
      <dgm:prSet presAssocID="{522052BD-514D-4131-906C-A80F461D02F3}" presName="Name37" presStyleLbl="parChTrans1D3" presStyleIdx="0" presStyleCnt="8"/>
      <dgm:spPr/>
      <dgm:t>
        <a:bodyPr/>
        <a:lstStyle/>
        <a:p>
          <a:endParaRPr lang="en-US"/>
        </a:p>
      </dgm:t>
    </dgm:pt>
    <dgm:pt modelId="{566BFDCF-FB4E-4B65-9C82-09B5EE791F60}" type="pres">
      <dgm:prSet presAssocID="{BDFFF5BF-6EA1-491B-B1A3-F6151E11B927}" presName="hierRoot2" presStyleCnt="0">
        <dgm:presLayoutVars>
          <dgm:hierBranch val="init"/>
        </dgm:presLayoutVars>
      </dgm:prSet>
      <dgm:spPr/>
    </dgm:pt>
    <dgm:pt modelId="{62649F34-7DF9-45E3-A2E0-951FA9618070}" type="pres">
      <dgm:prSet presAssocID="{BDFFF5BF-6EA1-491B-B1A3-F6151E11B927}" presName="rootComposite" presStyleCnt="0"/>
      <dgm:spPr/>
    </dgm:pt>
    <dgm:pt modelId="{5980EF3C-C57C-4F90-809D-095924786E0E}" type="pres">
      <dgm:prSet presAssocID="{BDFFF5BF-6EA1-491B-B1A3-F6151E11B927}" presName="rootText" presStyleLbl="node3" presStyleIdx="0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1F59513-99ED-40F4-A9ED-DD1EC1E74A0B}" type="pres">
      <dgm:prSet presAssocID="{BDFFF5BF-6EA1-491B-B1A3-F6151E11B927}" presName="rootConnector" presStyleLbl="node3" presStyleIdx="0" presStyleCnt="8"/>
      <dgm:spPr/>
      <dgm:t>
        <a:bodyPr/>
        <a:lstStyle/>
        <a:p>
          <a:endParaRPr lang="en-US"/>
        </a:p>
      </dgm:t>
    </dgm:pt>
    <dgm:pt modelId="{F0265754-74F2-4CF8-AEE8-467AF5829BDF}" type="pres">
      <dgm:prSet presAssocID="{BDFFF5BF-6EA1-491B-B1A3-F6151E11B927}" presName="hierChild4" presStyleCnt="0"/>
      <dgm:spPr/>
    </dgm:pt>
    <dgm:pt modelId="{73F9A65E-8846-4164-8536-9A44AA5CC1A1}" type="pres">
      <dgm:prSet presAssocID="{BDFFF5BF-6EA1-491B-B1A3-F6151E11B927}" presName="hierChild5" presStyleCnt="0"/>
      <dgm:spPr/>
    </dgm:pt>
    <dgm:pt modelId="{20F80D74-07C5-41B2-A7B6-AE809976EB54}" type="pres">
      <dgm:prSet presAssocID="{BED658FE-E9FA-41CD-B310-9F4FA733CB0C}" presName="Name37" presStyleLbl="parChTrans1D3" presStyleIdx="1" presStyleCnt="8"/>
      <dgm:spPr/>
      <dgm:t>
        <a:bodyPr/>
        <a:lstStyle/>
        <a:p>
          <a:endParaRPr lang="en-US"/>
        </a:p>
      </dgm:t>
    </dgm:pt>
    <dgm:pt modelId="{E3725709-5770-4E37-A7F0-95ABA4859CAA}" type="pres">
      <dgm:prSet presAssocID="{6AA828C3-6977-4643-960B-12C1596B7A7D}" presName="hierRoot2" presStyleCnt="0">
        <dgm:presLayoutVars>
          <dgm:hierBranch val="init"/>
        </dgm:presLayoutVars>
      </dgm:prSet>
      <dgm:spPr/>
    </dgm:pt>
    <dgm:pt modelId="{3050ACD8-0EC1-4614-92AC-ED4F6D2FC873}" type="pres">
      <dgm:prSet presAssocID="{6AA828C3-6977-4643-960B-12C1596B7A7D}" presName="rootComposite" presStyleCnt="0"/>
      <dgm:spPr/>
    </dgm:pt>
    <dgm:pt modelId="{B96C1AF3-08C9-4F27-8B15-461BD3C1CC15}" type="pres">
      <dgm:prSet presAssocID="{6AA828C3-6977-4643-960B-12C1596B7A7D}" presName="rootText" presStyleLbl="node3" presStyleIdx="1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CA2080-6F22-4E6C-9D94-2075AA71B5CB}" type="pres">
      <dgm:prSet presAssocID="{6AA828C3-6977-4643-960B-12C1596B7A7D}" presName="rootConnector" presStyleLbl="node3" presStyleIdx="1" presStyleCnt="8"/>
      <dgm:spPr/>
      <dgm:t>
        <a:bodyPr/>
        <a:lstStyle/>
        <a:p>
          <a:endParaRPr lang="en-US"/>
        </a:p>
      </dgm:t>
    </dgm:pt>
    <dgm:pt modelId="{0035974D-2794-49E3-A86F-B6BB08F4C853}" type="pres">
      <dgm:prSet presAssocID="{6AA828C3-6977-4643-960B-12C1596B7A7D}" presName="hierChild4" presStyleCnt="0"/>
      <dgm:spPr/>
    </dgm:pt>
    <dgm:pt modelId="{D8A56D81-A6C9-4D3A-8A93-D3820F49A5C3}" type="pres">
      <dgm:prSet presAssocID="{6AA828C3-6977-4643-960B-12C1596B7A7D}" presName="hierChild5" presStyleCnt="0"/>
      <dgm:spPr/>
    </dgm:pt>
    <dgm:pt modelId="{4FE36976-A4B3-499A-8095-B8B9123783E1}" type="pres">
      <dgm:prSet presAssocID="{9C9C9577-15DE-40EA-AD12-AC4781EF5CC0}" presName="hierChild5" presStyleCnt="0"/>
      <dgm:spPr/>
    </dgm:pt>
    <dgm:pt modelId="{8E989698-94C5-485A-9301-41B9648A1574}" type="pres">
      <dgm:prSet presAssocID="{95CAA53A-8B43-4B90-8BCD-9297936F3465}" presName="Name37" presStyleLbl="parChTrans1D2" presStyleIdx="1" presStyleCnt="4"/>
      <dgm:spPr/>
      <dgm:t>
        <a:bodyPr/>
        <a:lstStyle/>
        <a:p>
          <a:endParaRPr lang="en-US"/>
        </a:p>
      </dgm:t>
    </dgm:pt>
    <dgm:pt modelId="{1A48C09D-9858-4CFA-A8B5-70EC55E11BDF}" type="pres">
      <dgm:prSet presAssocID="{6D129A8B-D3F5-4033-92A3-84A8619E5E81}" presName="hierRoot2" presStyleCnt="0">
        <dgm:presLayoutVars>
          <dgm:hierBranch val="init"/>
        </dgm:presLayoutVars>
      </dgm:prSet>
      <dgm:spPr/>
    </dgm:pt>
    <dgm:pt modelId="{26566BBB-7615-4A91-AC3C-2E26D08EE6E6}" type="pres">
      <dgm:prSet presAssocID="{6D129A8B-D3F5-4033-92A3-84A8619E5E81}" presName="rootComposite" presStyleCnt="0"/>
      <dgm:spPr/>
    </dgm:pt>
    <dgm:pt modelId="{BB984BA3-3FCE-4FB9-862F-DFACE5BE9816}" type="pres">
      <dgm:prSet presAssocID="{6D129A8B-D3F5-4033-92A3-84A8619E5E81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5F853DD-891E-4C87-B03A-AF51D199AF0D}" type="pres">
      <dgm:prSet presAssocID="{6D129A8B-D3F5-4033-92A3-84A8619E5E81}" presName="rootConnector" presStyleLbl="node2" presStyleIdx="1" presStyleCnt="4"/>
      <dgm:spPr/>
      <dgm:t>
        <a:bodyPr/>
        <a:lstStyle/>
        <a:p>
          <a:endParaRPr lang="en-US"/>
        </a:p>
      </dgm:t>
    </dgm:pt>
    <dgm:pt modelId="{8F307992-7B8A-4003-A62D-0DBB06939C41}" type="pres">
      <dgm:prSet presAssocID="{6D129A8B-D3F5-4033-92A3-84A8619E5E81}" presName="hierChild4" presStyleCnt="0"/>
      <dgm:spPr/>
    </dgm:pt>
    <dgm:pt modelId="{BCEB7978-356B-4578-978E-39071A4DBD5C}" type="pres">
      <dgm:prSet presAssocID="{164EE82A-9DB2-4113-9917-3E6A3998E9D7}" presName="Name37" presStyleLbl="parChTrans1D3" presStyleIdx="2" presStyleCnt="8"/>
      <dgm:spPr/>
      <dgm:t>
        <a:bodyPr/>
        <a:lstStyle/>
        <a:p>
          <a:endParaRPr lang="en-US"/>
        </a:p>
      </dgm:t>
    </dgm:pt>
    <dgm:pt modelId="{A2D7CC46-0C14-4AEC-BC9E-B8CB47EF8384}" type="pres">
      <dgm:prSet presAssocID="{36E10BEC-686D-4213-90D2-F82F6B7F7B62}" presName="hierRoot2" presStyleCnt="0">
        <dgm:presLayoutVars>
          <dgm:hierBranch val="init"/>
        </dgm:presLayoutVars>
      </dgm:prSet>
      <dgm:spPr/>
    </dgm:pt>
    <dgm:pt modelId="{5F27E51B-4ED8-4653-9C4D-64C7396D3C93}" type="pres">
      <dgm:prSet presAssocID="{36E10BEC-686D-4213-90D2-F82F6B7F7B62}" presName="rootComposite" presStyleCnt="0"/>
      <dgm:spPr/>
    </dgm:pt>
    <dgm:pt modelId="{4319ADCA-8ED6-4405-9B2E-E1F544BE30EC}" type="pres">
      <dgm:prSet presAssocID="{36E10BEC-686D-4213-90D2-F82F6B7F7B62}" presName="rootText" presStyleLbl="node3" presStyleIdx="2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2048A2-ED7C-4EFC-9B7D-16C5DDE1D080}" type="pres">
      <dgm:prSet presAssocID="{36E10BEC-686D-4213-90D2-F82F6B7F7B62}" presName="rootConnector" presStyleLbl="node3" presStyleIdx="2" presStyleCnt="8"/>
      <dgm:spPr/>
      <dgm:t>
        <a:bodyPr/>
        <a:lstStyle/>
        <a:p>
          <a:endParaRPr lang="en-US"/>
        </a:p>
      </dgm:t>
    </dgm:pt>
    <dgm:pt modelId="{1A641370-A049-413E-94F1-724892653378}" type="pres">
      <dgm:prSet presAssocID="{36E10BEC-686D-4213-90D2-F82F6B7F7B62}" presName="hierChild4" presStyleCnt="0"/>
      <dgm:spPr/>
    </dgm:pt>
    <dgm:pt modelId="{859AC9D4-616F-461A-BE19-68631C03D632}" type="pres">
      <dgm:prSet presAssocID="{36E10BEC-686D-4213-90D2-F82F6B7F7B62}" presName="hierChild5" presStyleCnt="0"/>
      <dgm:spPr/>
    </dgm:pt>
    <dgm:pt modelId="{CFAAB8B2-FDFA-4DE8-BFE5-5C9EA8DE96D0}" type="pres">
      <dgm:prSet presAssocID="{35494514-DB8C-4123-9187-32C2727147F7}" presName="Name37" presStyleLbl="parChTrans1D3" presStyleIdx="3" presStyleCnt="8"/>
      <dgm:spPr/>
      <dgm:t>
        <a:bodyPr/>
        <a:lstStyle/>
        <a:p>
          <a:endParaRPr lang="en-US"/>
        </a:p>
      </dgm:t>
    </dgm:pt>
    <dgm:pt modelId="{D3B82E93-BF0B-442C-8ECC-00F37BA06823}" type="pres">
      <dgm:prSet presAssocID="{819F8F5D-B27C-4518-B526-D99F72AA8393}" presName="hierRoot2" presStyleCnt="0">
        <dgm:presLayoutVars>
          <dgm:hierBranch val="init"/>
        </dgm:presLayoutVars>
      </dgm:prSet>
      <dgm:spPr/>
    </dgm:pt>
    <dgm:pt modelId="{C7FB9A53-CB57-4089-BB1A-04449E9903D5}" type="pres">
      <dgm:prSet presAssocID="{819F8F5D-B27C-4518-B526-D99F72AA8393}" presName="rootComposite" presStyleCnt="0"/>
      <dgm:spPr/>
    </dgm:pt>
    <dgm:pt modelId="{69078707-D86D-4B3B-B805-89F6194BA8A1}" type="pres">
      <dgm:prSet presAssocID="{819F8F5D-B27C-4518-B526-D99F72AA8393}" presName="rootText" presStyleLbl="node3" presStyleIdx="3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B83446-6474-491A-A0B8-56AD4D2E9225}" type="pres">
      <dgm:prSet presAssocID="{819F8F5D-B27C-4518-B526-D99F72AA8393}" presName="rootConnector" presStyleLbl="node3" presStyleIdx="3" presStyleCnt="8"/>
      <dgm:spPr/>
      <dgm:t>
        <a:bodyPr/>
        <a:lstStyle/>
        <a:p>
          <a:endParaRPr lang="en-US"/>
        </a:p>
      </dgm:t>
    </dgm:pt>
    <dgm:pt modelId="{4D58BBE1-549A-4E71-ADA2-541395F26349}" type="pres">
      <dgm:prSet presAssocID="{819F8F5D-B27C-4518-B526-D99F72AA8393}" presName="hierChild4" presStyleCnt="0"/>
      <dgm:spPr/>
    </dgm:pt>
    <dgm:pt modelId="{172D5CB6-2B14-4428-88CB-80C211D5E857}" type="pres">
      <dgm:prSet presAssocID="{819F8F5D-B27C-4518-B526-D99F72AA8393}" presName="hierChild5" presStyleCnt="0"/>
      <dgm:spPr/>
    </dgm:pt>
    <dgm:pt modelId="{03AFC0FF-F3F4-4C3D-A6BB-5165CF38DD51}" type="pres">
      <dgm:prSet presAssocID="{6D129A8B-D3F5-4033-92A3-84A8619E5E81}" presName="hierChild5" presStyleCnt="0"/>
      <dgm:spPr/>
    </dgm:pt>
    <dgm:pt modelId="{62213448-8C45-47CA-8C2A-4FC3B541489B}" type="pres">
      <dgm:prSet presAssocID="{8614CED5-B0D9-4F6E-A296-CFE699F3008C}" presName="Name37" presStyleLbl="parChTrans1D2" presStyleIdx="2" presStyleCnt="4"/>
      <dgm:spPr/>
      <dgm:t>
        <a:bodyPr/>
        <a:lstStyle/>
        <a:p>
          <a:endParaRPr lang="en-US"/>
        </a:p>
      </dgm:t>
    </dgm:pt>
    <dgm:pt modelId="{0430AC41-B110-4EC1-9E12-7FEE0C2D39BB}" type="pres">
      <dgm:prSet presAssocID="{15CAAADB-046F-415B-9CB7-FE4AE6634660}" presName="hierRoot2" presStyleCnt="0">
        <dgm:presLayoutVars>
          <dgm:hierBranch val="init"/>
        </dgm:presLayoutVars>
      </dgm:prSet>
      <dgm:spPr/>
    </dgm:pt>
    <dgm:pt modelId="{B19F2AD6-1EE5-40BC-A9A5-E441A8F55520}" type="pres">
      <dgm:prSet presAssocID="{15CAAADB-046F-415B-9CB7-FE4AE6634660}" presName="rootComposite" presStyleCnt="0"/>
      <dgm:spPr/>
    </dgm:pt>
    <dgm:pt modelId="{2E5A5009-512A-430D-8A96-412AB4EFE0F6}" type="pres">
      <dgm:prSet presAssocID="{15CAAADB-046F-415B-9CB7-FE4AE663466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C400D2-2A7C-4162-B52A-F2861DBA0623}" type="pres">
      <dgm:prSet presAssocID="{15CAAADB-046F-415B-9CB7-FE4AE6634660}" presName="rootConnector" presStyleLbl="node2" presStyleIdx="2" presStyleCnt="4"/>
      <dgm:spPr/>
      <dgm:t>
        <a:bodyPr/>
        <a:lstStyle/>
        <a:p>
          <a:endParaRPr lang="en-US"/>
        </a:p>
      </dgm:t>
    </dgm:pt>
    <dgm:pt modelId="{7F4AE19E-14D6-409B-88B0-E9723104F0FD}" type="pres">
      <dgm:prSet presAssocID="{15CAAADB-046F-415B-9CB7-FE4AE6634660}" presName="hierChild4" presStyleCnt="0"/>
      <dgm:spPr/>
    </dgm:pt>
    <dgm:pt modelId="{4C24E51A-7F5F-4604-A98F-C716ABF04CD0}" type="pres">
      <dgm:prSet presAssocID="{B72CD974-BA02-4049-9529-1E4D9D1E0DFB}" presName="Name37" presStyleLbl="parChTrans1D3" presStyleIdx="4" presStyleCnt="8"/>
      <dgm:spPr/>
      <dgm:t>
        <a:bodyPr/>
        <a:lstStyle/>
        <a:p>
          <a:endParaRPr lang="en-US"/>
        </a:p>
      </dgm:t>
    </dgm:pt>
    <dgm:pt modelId="{4C6FDD02-0344-4006-BDC7-9C9AB3F95AA9}" type="pres">
      <dgm:prSet presAssocID="{65723C32-CBBB-4761-B9A5-D84CBFB2D728}" presName="hierRoot2" presStyleCnt="0">
        <dgm:presLayoutVars>
          <dgm:hierBranch val="init"/>
        </dgm:presLayoutVars>
      </dgm:prSet>
      <dgm:spPr/>
    </dgm:pt>
    <dgm:pt modelId="{8DFF7C3B-D798-4CAB-8998-35F69DEC75C2}" type="pres">
      <dgm:prSet presAssocID="{65723C32-CBBB-4761-B9A5-D84CBFB2D728}" presName="rootComposite" presStyleCnt="0"/>
      <dgm:spPr/>
    </dgm:pt>
    <dgm:pt modelId="{DA87915C-E581-4FD1-B512-064ED1AC6175}" type="pres">
      <dgm:prSet presAssocID="{65723C32-CBBB-4761-B9A5-D84CBFB2D728}" presName="rootText" presStyleLbl="node3" presStyleIdx="4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8D0062-06C9-44EA-A510-29711C399ED6}" type="pres">
      <dgm:prSet presAssocID="{65723C32-CBBB-4761-B9A5-D84CBFB2D728}" presName="rootConnector" presStyleLbl="node3" presStyleIdx="4" presStyleCnt="8"/>
      <dgm:spPr/>
      <dgm:t>
        <a:bodyPr/>
        <a:lstStyle/>
        <a:p>
          <a:endParaRPr lang="en-US"/>
        </a:p>
      </dgm:t>
    </dgm:pt>
    <dgm:pt modelId="{E814D89A-BFC9-4C8D-ADFC-B006726E538B}" type="pres">
      <dgm:prSet presAssocID="{65723C32-CBBB-4761-B9A5-D84CBFB2D728}" presName="hierChild4" presStyleCnt="0"/>
      <dgm:spPr/>
    </dgm:pt>
    <dgm:pt modelId="{0FBABF2F-E6F6-4DD2-ADEE-91E3CA8FF072}" type="pres">
      <dgm:prSet presAssocID="{65723C32-CBBB-4761-B9A5-D84CBFB2D728}" presName="hierChild5" presStyleCnt="0"/>
      <dgm:spPr/>
    </dgm:pt>
    <dgm:pt modelId="{9F8418C1-8523-4AA0-9471-F2550F6B4C65}" type="pres">
      <dgm:prSet presAssocID="{82AD4752-4FCF-4AB0-8CF4-8BAEA76E740C}" presName="Name37" presStyleLbl="parChTrans1D3" presStyleIdx="5" presStyleCnt="8"/>
      <dgm:spPr/>
      <dgm:t>
        <a:bodyPr/>
        <a:lstStyle/>
        <a:p>
          <a:endParaRPr lang="en-US"/>
        </a:p>
      </dgm:t>
    </dgm:pt>
    <dgm:pt modelId="{A21D4011-EED4-4ED7-97BE-59F81D8E8E22}" type="pres">
      <dgm:prSet presAssocID="{B5F19F5F-100B-497E-8328-53BCCA787B6C}" presName="hierRoot2" presStyleCnt="0">
        <dgm:presLayoutVars>
          <dgm:hierBranch val="init"/>
        </dgm:presLayoutVars>
      </dgm:prSet>
      <dgm:spPr/>
    </dgm:pt>
    <dgm:pt modelId="{A21DFCE6-8619-4FC1-9C6C-9A92C38FEE66}" type="pres">
      <dgm:prSet presAssocID="{B5F19F5F-100B-497E-8328-53BCCA787B6C}" presName="rootComposite" presStyleCnt="0"/>
      <dgm:spPr/>
    </dgm:pt>
    <dgm:pt modelId="{A9BA2146-7EC1-4E25-8252-7FCD634DCAB6}" type="pres">
      <dgm:prSet presAssocID="{B5F19F5F-100B-497E-8328-53BCCA787B6C}" presName="rootText" presStyleLbl="node3" presStyleIdx="5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77F397-3BA6-4E57-9A89-C1EA60107CA6}" type="pres">
      <dgm:prSet presAssocID="{B5F19F5F-100B-497E-8328-53BCCA787B6C}" presName="rootConnector" presStyleLbl="node3" presStyleIdx="5" presStyleCnt="8"/>
      <dgm:spPr/>
      <dgm:t>
        <a:bodyPr/>
        <a:lstStyle/>
        <a:p>
          <a:endParaRPr lang="en-US"/>
        </a:p>
      </dgm:t>
    </dgm:pt>
    <dgm:pt modelId="{35A1A704-98EC-4005-BD53-3E307F721A49}" type="pres">
      <dgm:prSet presAssocID="{B5F19F5F-100B-497E-8328-53BCCA787B6C}" presName="hierChild4" presStyleCnt="0"/>
      <dgm:spPr/>
    </dgm:pt>
    <dgm:pt modelId="{86219886-D043-48A0-9694-B318A7F9C46F}" type="pres">
      <dgm:prSet presAssocID="{B5F19F5F-100B-497E-8328-53BCCA787B6C}" presName="hierChild5" presStyleCnt="0"/>
      <dgm:spPr/>
    </dgm:pt>
    <dgm:pt modelId="{5A9A0F51-FAC2-4932-A21D-BCB127B6B8A5}" type="pres">
      <dgm:prSet presAssocID="{15CAAADB-046F-415B-9CB7-FE4AE6634660}" presName="hierChild5" presStyleCnt="0"/>
      <dgm:spPr/>
    </dgm:pt>
    <dgm:pt modelId="{6A20FF42-DB26-4465-9352-594B83B1ACA8}" type="pres">
      <dgm:prSet presAssocID="{C2313B0B-34B5-4B2B-B0FB-067C499682D4}" presName="Name37" presStyleLbl="parChTrans1D2" presStyleIdx="3" presStyleCnt="4"/>
      <dgm:spPr/>
      <dgm:t>
        <a:bodyPr/>
        <a:lstStyle/>
        <a:p>
          <a:endParaRPr lang="en-US"/>
        </a:p>
      </dgm:t>
    </dgm:pt>
    <dgm:pt modelId="{EBC19FE2-DD06-4AAD-A44D-A1C560AA4237}" type="pres">
      <dgm:prSet presAssocID="{D798F4D0-5D6A-4C1B-8FC5-50BB1C915539}" presName="hierRoot2" presStyleCnt="0">
        <dgm:presLayoutVars>
          <dgm:hierBranch val="init"/>
        </dgm:presLayoutVars>
      </dgm:prSet>
      <dgm:spPr/>
    </dgm:pt>
    <dgm:pt modelId="{78E72521-4A28-4C66-9026-85E2F8B066CD}" type="pres">
      <dgm:prSet presAssocID="{D798F4D0-5D6A-4C1B-8FC5-50BB1C915539}" presName="rootComposite" presStyleCnt="0"/>
      <dgm:spPr/>
    </dgm:pt>
    <dgm:pt modelId="{9DB164E2-A89C-4D04-A830-E8151D3AA829}" type="pres">
      <dgm:prSet presAssocID="{D798F4D0-5D6A-4C1B-8FC5-50BB1C915539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481872-246F-4AE0-B60A-4BCDCE8A339B}" type="pres">
      <dgm:prSet presAssocID="{D798F4D0-5D6A-4C1B-8FC5-50BB1C915539}" presName="rootConnector" presStyleLbl="node2" presStyleIdx="3" presStyleCnt="4"/>
      <dgm:spPr/>
      <dgm:t>
        <a:bodyPr/>
        <a:lstStyle/>
        <a:p>
          <a:endParaRPr lang="en-US"/>
        </a:p>
      </dgm:t>
    </dgm:pt>
    <dgm:pt modelId="{01CF86EF-9364-4D49-B67F-12098781DFAA}" type="pres">
      <dgm:prSet presAssocID="{D798F4D0-5D6A-4C1B-8FC5-50BB1C915539}" presName="hierChild4" presStyleCnt="0"/>
      <dgm:spPr/>
    </dgm:pt>
    <dgm:pt modelId="{2FA6BE1F-10FA-4DF4-8012-4828D8F3F593}" type="pres">
      <dgm:prSet presAssocID="{41E11C4D-0947-444F-BCF1-B33C7D12B23D}" presName="Name37" presStyleLbl="parChTrans1D3" presStyleIdx="6" presStyleCnt="8"/>
      <dgm:spPr/>
      <dgm:t>
        <a:bodyPr/>
        <a:lstStyle/>
        <a:p>
          <a:endParaRPr lang="en-US"/>
        </a:p>
      </dgm:t>
    </dgm:pt>
    <dgm:pt modelId="{5E747476-F820-437A-AA6B-3B96CF19A38B}" type="pres">
      <dgm:prSet presAssocID="{15464384-B5C8-4024-803A-709E3E1B0100}" presName="hierRoot2" presStyleCnt="0">
        <dgm:presLayoutVars>
          <dgm:hierBranch val="init"/>
        </dgm:presLayoutVars>
      </dgm:prSet>
      <dgm:spPr/>
    </dgm:pt>
    <dgm:pt modelId="{113FCA5A-4081-417D-B38D-76FA04D4109E}" type="pres">
      <dgm:prSet presAssocID="{15464384-B5C8-4024-803A-709E3E1B0100}" presName="rootComposite" presStyleCnt="0"/>
      <dgm:spPr/>
    </dgm:pt>
    <dgm:pt modelId="{6B6399E7-6102-4BF7-9AAA-43DBC707CD31}" type="pres">
      <dgm:prSet presAssocID="{15464384-B5C8-4024-803A-709E3E1B0100}" presName="rootText" presStyleLbl="node3" presStyleIdx="6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77EC3E8-40E5-4E9A-ACE8-F00CC09E26FF}" type="pres">
      <dgm:prSet presAssocID="{15464384-B5C8-4024-803A-709E3E1B0100}" presName="rootConnector" presStyleLbl="node3" presStyleIdx="6" presStyleCnt="8"/>
      <dgm:spPr/>
      <dgm:t>
        <a:bodyPr/>
        <a:lstStyle/>
        <a:p>
          <a:endParaRPr lang="en-US"/>
        </a:p>
      </dgm:t>
    </dgm:pt>
    <dgm:pt modelId="{1102DABE-14B7-44DF-877E-EB0EA1251C83}" type="pres">
      <dgm:prSet presAssocID="{15464384-B5C8-4024-803A-709E3E1B0100}" presName="hierChild4" presStyleCnt="0"/>
      <dgm:spPr/>
    </dgm:pt>
    <dgm:pt modelId="{440129BB-A4D6-4ED2-8609-D4AA1596B1BA}" type="pres">
      <dgm:prSet presAssocID="{15464384-B5C8-4024-803A-709E3E1B0100}" presName="hierChild5" presStyleCnt="0"/>
      <dgm:spPr/>
    </dgm:pt>
    <dgm:pt modelId="{B5F367DC-3027-4B82-85F2-5DB0257634FC}" type="pres">
      <dgm:prSet presAssocID="{03C96A1A-01A8-4F51-BB4E-618BD28C7DDF}" presName="Name37" presStyleLbl="parChTrans1D3" presStyleIdx="7" presStyleCnt="8"/>
      <dgm:spPr/>
      <dgm:t>
        <a:bodyPr/>
        <a:lstStyle/>
        <a:p>
          <a:endParaRPr lang="en-US"/>
        </a:p>
      </dgm:t>
    </dgm:pt>
    <dgm:pt modelId="{145B7D51-4D38-47F3-9F7F-B3EE4377955F}" type="pres">
      <dgm:prSet presAssocID="{3D2F8501-F234-4D20-B64B-7741861CC43C}" presName="hierRoot2" presStyleCnt="0">
        <dgm:presLayoutVars>
          <dgm:hierBranch val="init"/>
        </dgm:presLayoutVars>
      </dgm:prSet>
      <dgm:spPr/>
    </dgm:pt>
    <dgm:pt modelId="{E7EA52D2-06BF-4A61-A4C7-61B6F96DDC73}" type="pres">
      <dgm:prSet presAssocID="{3D2F8501-F234-4D20-B64B-7741861CC43C}" presName="rootComposite" presStyleCnt="0"/>
      <dgm:spPr/>
    </dgm:pt>
    <dgm:pt modelId="{978072A1-2A85-4A32-B5C9-80BD39B540C6}" type="pres">
      <dgm:prSet presAssocID="{3D2F8501-F234-4D20-B64B-7741861CC43C}" presName="rootText" presStyleLbl="node3" presStyleIdx="7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4DDE0FB-10E3-4C80-AFFF-4464C05E032E}" type="pres">
      <dgm:prSet presAssocID="{3D2F8501-F234-4D20-B64B-7741861CC43C}" presName="rootConnector" presStyleLbl="node3" presStyleIdx="7" presStyleCnt="8"/>
      <dgm:spPr/>
      <dgm:t>
        <a:bodyPr/>
        <a:lstStyle/>
        <a:p>
          <a:endParaRPr lang="en-US"/>
        </a:p>
      </dgm:t>
    </dgm:pt>
    <dgm:pt modelId="{8712C4AB-52B7-4351-88C4-5CCAE795D5DA}" type="pres">
      <dgm:prSet presAssocID="{3D2F8501-F234-4D20-B64B-7741861CC43C}" presName="hierChild4" presStyleCnt="0"/>
      <dgm:spPr/>
    </dgm:pt>
    <dgm:pt modelId="{0410AE36-434E-45F6-9D2E-1EE2F784863C}" type="pres">
      <dgm:prSet presAssocID="{3D2F8501-F234-4D20-B64B-7741861CC43C}" presName="hierChild5" presStyleCnt="0"/>
      <dgm:spPr/>
    </dgm:pt>
    <dgm:pt modelId="{0E6B3143-4108-4FD5-938A-C785830E7D91}" type="pres">
      <dgm:prSet presAssocID="{D798F4D0-5D6A-4C1B-8FC5-50BB1C915539}" presName="hierChild5" presStyleCnt="0"/>
      <dgm:spPr/>
    </dgm:pt>
    <dgm:pt modelId="{DF33B979-978E-42EA-93F3-2E3EB5389755}" type="pres">
      <dgm:prSet presAssocID="{1A63234F-5534-410B-830C-608E883526A7}" presName="hierChild3" presStyleCnt="0"/>
      <dgm:spPr/>
    </dgm:pt>
  </dgm:ptLst>
  <dgm:cxnLst>
    <dgm:cxn modelId="{5649470E-820A-47B1-A66B-F3C1A7342D99}" srcId="{6D129A8B-D3F5-4033-92A3-84A8619E5E81}" destId="{819F8F5D-B27C-4518-B526-D99F72AA8393}" srcOrd="1" destOrd="0" parTransId="{35494514-DB8C-4123-9187-32C2727147F7}" sibTransId="{006E7A95-C86F-4818-BE22-13C265648556}"/>
    <dgm:cxn modelId="{5DDC37E8-C6E2-4B86-BD25-B3748BB13AA2}" type="presOf" srcId="{82AD4752-4FCF-4AB0-8CF4-8BAEA76E740C}" destId="{9F8418C1-8523-4AA0-9471-F2550F6B4C65}" srcOrd="0" destOrd="0" presId="urn:microsoft.com/office/officeart/2005/8/layout/orgChart1"/>
    <dgm:cxn modelId="{0CF18600-3C3E-40D5-9A1F-F9EE272564E4}" type="presOf" srcId="{23002FB7-62BC-4A3F-B0B8-9827733F8B44}" destId="{FED57F5B-44D3-4C2C-A494-B1F8085E1082}" srcOrd="0" destOrd="0" presId="urn:microsoft.com/office/officeart/2005/8/layout/orgChart1"/>
    <dgm:cxn modelId="{DCEB0AA4-9E86-417D-B1FD-03E04AC41CFC}" type="presOf" srcId="{15464384-B5C8-4024-803A-709E3E1B0100}" destId="{6B6399E7-6102-4BF7-9AAA-43DBC707CD31}" srcOrd="0" destOrd="0" presId="urn:microsoft.com/office/officeart/2005/8/layout/orgChart1"/>
    <dgm:cxn modelId="{BDB8D14D-7B0D-4390-A788-CB9B355EF584}" srcId="{1A63234F-5534-410B-830C-608E883526A7}" destId="{9C9C9577-15DE-40EA-AD12-AC4781EF5CC0}" srcOrd="0" destOrd="0" parTransId="{6767CBE0-4E5B-4310-8BB8-DB4EDCF76E8C}" sibTransId="{4CE7A55B-2484-40AA-AB03-B40D55479EC6}"/>
    <dgm:cxn modelId="{D61BBB13-96D7-44DC-88E9-29A5EC82571E}" srcId="{9C9C9577-15DE-40EA-AD12-AC4781EF5CC0}" destId="{BDFFF5BF-6EA1-491B-B1A3-F6151E11B927}" srcOrd="0" destOrd="0" parTransId="{522052BD-514D-4131-906C-A80F461D02F3}" sibTransId="{F9B21D20-72DC-4A92-8B6D-3D1B36DA6287}"/>
    <dgm:cxn modelId="{18B232F9-AA28-4867-97DD-99183E1AEFEF}" type="presOf" srcId="{95CAA53A-8B43-4B90-8BCD-9297936F3465}" destId="{8E989698-94C5-485A-9301-41B9648A1574}" srcOrd="0" destOrd="0" presId="urn:microsoft.com/office/officeart/2005/8/layout/orgChart1"/>
    <dgm:cxn modelId="{5C4FA24F-6356-459A-A08C-024C2766AE73}" type="presOf" srcId="{3D2F8501-F234-4D20-B64B-7741861CC43C}" destId="{978072A1-2A85-4A32-B5C9-80BD39B540C6}" srcOrd="0" destOrd="0" presId="urn:microsoft.com/office/officeart/2005/8/layout/orgChart1"/>
    <dgm:cxn modelId="{F59C56EF-788D-458F-94A1-5D651628A8BF}" type="presOf" srcId="{15464384-B5C8-4024-803A-709E3E1B0100}" destId="{E77EC3E8-40E5-4E9A-ACE8-F00CC09E26FF}" srcOrd="1" destOrd="0" presId="urn:microsoft.com/office/officeart/2005/8/layout/orgChart1"/>
    <dgm:cxn modelId="{64264C74-A2E6-4ED6-B826-F8A21A2F47EE}" srcId="{9C9C9577-15DE-40EA-AD12-AC4781EF5CC0}" destId="{6AA828C3-6977-4643-960B-12C1596B7A7D}" srcOrd="1" destOrd="0" parTransId="{BED658FE-E9FA-41CD-B310-9F4FA733CB0C}" sibTransId="{DFFAF362-4A4B-42C5-B8EB-67203CB38939}"/>
    <dgm:cxn modelId="{E6EDF326-8CFC-481D-BBA2-D5FEF372423C}" type="presOf" srcId="{1A63234F-5534-410B-830C-608E883526A7}" destId="{B59F515E-5B9E-420C-9025-A0D778453F13}" srcOrd="0" destOrd="0" presId="urn:microsoft.com/office/officeart/2005/8/layout/orgChart1"/>
    <dgm:cxn modelId="{280D408E-DB83-4899-80CF-D8EE5E6A2C4A}" srcId="{23002FB7-62BC-4A3F-B0B8-9827733F8B44}" destId="{1A63234F-5534-410B-830C-608E883526A7}" srcOrd="0" destOrd="0" parTransId="{FC019175-C010-4A3E-9099-0012547CB4E3}" sibTransId="{E77D240F-91EA-4D8B-BD2F-32660722C9AF}"/>
    <dgm:cxn modelId="{3952D86B-FCA8-4C1B-A674-419A903E595C}" type="presOf" srcId="{B72CD974-BA02-4049-9529-1E4D9D1E0DFB}" destId="{4C24E51A-7F5F-4604-A98F-C716ABF04CD0}" srcOrd="0" destOrd="0" presId="urn:microsoft.com/office/officeart/2005/8/layout/orgChart1"/>
    <dgm:cxn modelId="{546F70A7-C9CE-4EE7-B986-CCFABAA0899B}" srcId="{D798F4D0-5D6A-4C1B-8FC5-50BB1C915539}" destId="{15464384-B5C8-4024-803A-709E3E1B0100}" srcOrd="0" destOrd="0" parTransId="{41E11C4D-0947-444F-BCF1-B33C7D12B23D}" sibTransId="{E764FB17-0090-4EA7-A46A-69DD4274D288}"/>
    <dgm:cxn modelId="{2119A824-1048-45A7-B17F-457796F7C455}" type="presOf" srcId="{35494514-DB8C-4123-9187-32C2727147F7}" destId="{CFAAB8B2-FDFA-4DE8-BFE5-5C9EA8DE96D0}" srcOrd="0" destOrd="0" presId="urn:microsoft.com/office/officeart/2005/8/layout/orgChart1"/>
    <dgm:cxn modelId="{48E9A07D-401B-42ED-B1A1-9C218BD40428}" type="presOf" srcId="{6AA828C3-6977-4643-960B-12C1596B7A7D}" destId="{5BCA2080-6F22-4E6C-9D94-2075AA71B5CB}" srcOrd="1" destOrd="0" presId="urn:microsoft.com/office/officeart/2005/8/layout/orgChart1"/>
    <dgm:cxn modelId="{33D6DA96-1474-4A6B-BDC9-54A550ACABC8}" type="presOf" srcId="{522052BD-514D-4131-906C-A80F461D02F3}" destId="{CC96927F-04F0-4C3E-BD5B-547DD003F2FB}" srcOrd="0" destOrd="0" presId="urn:microsoft.com/office/officeart/2005/8/layout/orgChart1"/>
    <dgm:cxn modelId="{AF210509-E3AB-44C0-AABD-80B7DF5FD9D7}" type="presOf" srcId="{36E10BEC-686D-4213-90D2-F82F6B7F7B62}" destId="{4319ADCA-8ED6-4405-9B2E-E1F544BE30EC}" srcOrd="0" destOrd="0" presId="urn:microsoft.com/office/officeart/2005/8/layout/orgChart1"/>
    <dgm:cxn modelId="{0F2C3180-F125-4D2B-BB97-1C44DFDB0382}" type="presOf" srcId="{9C9C9577-15DE-40EA-AD12-AC4781EF5CC0}" destId="{2A132A1C-1109-41CD-AA0D-60CE41E8DA8B}" srcOrd="0" destOrd="0" presId="urn:microsoft.com/office/officeart/2005/8/layout/orgChart1"/>
    <dgm:cxn modelId="{A60DB96B-E229-46C4-ACD1-EA7E948AB201}" type="presOf" srcId="{15CAAADB-046F-415B-9CB7-FE4AE6634660}" destId="{2E5A5009-512A-430D-8A96-412AB4EFE0F6}" srcOrd="0" destOrd="0" presId="urn:microsoft.com/office/officeart/2005/8/layout/orgChart1"/>
    <dgm:cxn modelId="{A8CAC0EB-79A5-4591-A938-6F8869E31E61}" srcId="{D798F4D0-5D6A-4C1B-8FC5-50BB1C915539}" destId="{3D2F8501-F234-4D20-B64B-7741861CC43C}" srcOrd="1" destOrd="0" parTransId="{03C96A1A-01A8-4F51-BB4E-618BD28C7DDF}" sibTransId="{24612CF3-A526-43BC-9FF5-457254EC929B}"/>
    <dgm:cxn modelId="{DFD11037-6596-45B1-BF0E-21C12D4A82B1}" type="presOf" srcId="{BDFFF5BF-6EA1-491B-B1A3-F6151E11B927}" destId="{5980EF3C-C57C-4F90-809D-095924786E0E}" srcOrd="0" destOrd="0" presId="urn:microsoft.com/office/officeart/2005/8/layout/orgChart1"/>
    <dgm:cxn modelId="{C347452A-22A2-4F53-BB08-521F5CF21839}" srcId="{1A63234F-5534-410B-830C-608E883526A7}" destId="{15CAAADB-046F-415B-9CB7-FE4AE6634660}" srcOrd="2" destOrd="0" parTransId="{8614CED5-B0D9-4F6E-A296-CFE699F3008C}" sibTransId="{7171CC8E-68F6-43CA-9873-FE05B965A799}"/>
    <dgm:cxn modelId="{F987B83A-D05D-4848-88A0-D3F20A78038A}" type="presOf" srcId="{8614CED5-B0D9-4F6E-A296-CFE699F3008C}" destId="{62213448-8C45-47CA-8C2A-4FC3B541489B}" srcOrd="0" destOrd="0" presId="urn:microsoft.com/office/officeart/2005/8/layout/orgChart1"/>
    <dgm:cxn modelId="{F886E4B6-5E00-4008-A3C7-1C9E805D6465}" type="presOf" srcId="{65723C32-CBBB-4761-B9A5-D84CBFB2D728}" destId="{938D0062-06C9-44EA-A510-29711C399ED6}" srcOrd="1" destOrd="0" presId="urn:microsoft.com/office/officeart/2005/8/layout/orgChart1"/>
    <dgm:cxn modelId="{11535D9C-8CB8-437F-BBDB-72FF58EAECFB}" srcId="{15CAAADB-046F-415B-9CB7-FE4AE6634660}" destId="{65723C32-CBBB-4761-B9A5-D84CBFB2D728}" srcOrd="0" destOrd="0" parTransId="{B72CD974-BA02-4049-9529-1E4D9D1E0DFB}" sibTransId="{DD726F4D-0683-46D7-84FE-6813D9AD98E2}"/>
    <dgm:cxn modelId="{CD26B0E2-0BA9-472B-8642-2227163F763C}" srcId="{6D129A8B-D3F5-4033-92A3-84A8619E5E81}" destId="{36E10BEC-686D-4213-90D2-F82F6B7F7B62}" srcOrd="0" destOrd="0" parTransId="{164EE82A-9DB2-4113-9917-3E6A3998E9D7}" sibTransId="{D7812D81-2847-4377-9A86-21A195751C3C}"/>
    <dgm:cxn modelId="{AD6C94EF-B412-4171-9E42-1D2B8D51DC3E}" type="presOf" srcId="{BDFFF5BF-6EA1-491B-B1A3-F6151E11B927}" destId="{71F59513-99ED-40F4-A9ED-DD1EC1E74A0B}" srcOrd="1" destOrd="0" presId="urn:microsoft.com/office/officeart/2005/8/layout/orgChart1"/>
    <dgm:cxn modelId="{558AC259-2AE8-4845-BE61-1B870831CA05}" type="presOf" srcId="{C2313B0B-34B5-4B2B-B0FB-067C499682D4}" destId="{6A20FF42-DB26-4465-9352-594B83B1ACA8}" srcOrd="0" destOrd="0" presId="urn:microsoft.com/office/officeart/2005/8/layout/orgChart1"/>
    <dgm:cxn modelId="{F4FA4593-7966-4EC9-AA7A-BBA0112E99E6}" type="presOf" srcId="{1A63234F-5534-410B-830C-608E883526A7}" destId="{526080A3-59C8-4463-9719-9C6C9439197F}" srcOrd="1" destOrd="0" presId="urn:microsoft.com/office/officeart/2005/8/layout/orgChart1"/>
    <dgm:cxn modelId="{F25B6B43-556A-481E-ADDD-9223BB9810C4}" type="presOf" srcId="{3D2F8501-F234-4D20-B64B-7741861CC43C}" destId="{34DDE0FB-10E3-4C80-AFFF-4464C05E032E}" srcOrd="1" destOrd="0" presId="urn:microsoft.com/office/officeart/2005/8/layout/orgChart1"/>
    <dgm:cxn modelId="{C16DE38C-C6F8-4B12-8E08-5318BEB6732D}" type="presOf" srcId="{15CAAADB-046F-415B-9CB7-FE4AE6634660}" destId="{3EC400D2-2A7C-4162-B52A-F2861DBA0623}" srcOrd="1" destOrd="0" presId="urn:microsoft.com/office/officeart/2005/8/layout/orgChart1"/>
    <dgm:cxn modelId="{A518D7CC-156D-450E-995A-F264FDD3662E}" type="presOf" srcId="{BED658FE-E9FA-41CD-B310-9F4FA733CB0C}" destId="{20F80D74-07C5-41B2-A7B6-AE809976EB54}" srcOrd="0" destOrd="0" presId="urn:microsoft.com/office/officeart/2005/8/layout/orgChart1"/>
    <dgm:cxn modelId="{F035EE6C-8FC7-4405-BDF6-CE12AE074727}" type="presOf" srcId="{D798F4D0-5D6A-4C1B-8FC5-50BB1C915539}" destId="{9DB164E2-A89C-4D04-A830-E8151D3AA829}" srcOrd="0" destOrd="0" presId="urn:microsoft.com/office/officeart/2005/8/layout/orgChart1"/>
    <dgm:cxn modelId="{0236814C-833B-488D-971C-0275A5748A71}" srcId="{15CAAADB-046F-415B-9CB7-FE4AE6634660}" destId="{B5F19F5F-100B-497E-8328-53BCCA787B6C}" srcOrd="1" destOrd="0" parTransId="{82AD4752-4FCF-4AB0-8CF4-8BAEA76E740C}" sibTransId="{25A81649-90F7-4358-8689-911FB1BD8C35}"/>
    <dgm:cxn modelId="{4ABAB41B-E0A2-4EA4-A6CC-DB3EE776997F}" type="presOf" srcId="{9C9C9577-15DE-40EA-AD12-AC4781EF5CC0}" destId="{296AA7D8-5D85-4E30-A725-0EAACC11CBD3}" srcOrd="1" destOrd="0" presId="urn:microsoft.com/office/officeart/2005/8/layout/orgChart1"/>
    <dgm:cxn modelId="{18852C01-8B76-4B8F-A686-9B837C766331}" srcId="{1A63234F-5534-410B-830C-608E883526A7}" destId="{6D129A8B-D3F5-4033-92A3-84A8619E5E81}" srcOrd="1" destOrd="0" parTransId="{95CAA53A-8B43-4B90-8BCD-9297936F3465}" sibTransId="{39989C8B-D94E-42B1-AEB0-5BC80CAD2A96}"/>
    <dgm:cxn modelId="{60276424-1142-4E9C-B12A-D6989538C22B}" type="presOf" srcId="{D798F4D0-5D6A-4C1B-8FC5-50BB1C915539}" destId="{02481872-246F-4AE0-B60A-4BCDCE8A339B}" srcOrd="1" destOrd="0" presId="urn:microsoft.com/office/officeart/2005/8/layout/orgChart1"/>
    <dgm:cxn modelId="{48708A22-767E-47A0-B03D-32A8D5BA39A3}" type="presOf" srcId="{819F8F5D-B27C-4518-B526-D99F72AA8393}" destId="{DAB83446-6474-491A-A0B8-56AD4D2E9225}" srcOrd="1" destOrd="0" presId="urn:microsoft.com/office/officeart/2005/8/layout/orgChart1"/>
    <dgm:cxn modelId="{3BFAA01C-2F88-4A29-B6E4-D4588A1876E2}" type="presOf" srcId="{B5F19F5F-100B-497E-8328-53BCCA787B6C}" destId="{A9BA2146-7EC1-4E25-8252-7FCD634DCAB6}" srcOrd="0" destOrd="0" presId="urn:microsoft.com/office/officeart/2005/8/layout/orgChart1"/>
    <dgm:cxn modelId="{49492268-6046-4C81-8621-FB819252DDFA}" type="presOf" srcId="{6D129A8B-D3F5-4033-92A3-84A8619E5E81}" destId="{95F853DD-891E-4C87-B03A-AF51D199AF0D}" srcOrd="1" destOrd="0" presId="urn:microsoft.com/office/officeart/2005/8/layout/orgChart1"/>
    <dgm:cxn modelId="{7A2A7B0B-ED4E-47FD-BDDB-28B5BFA0259C}" type="presOf" srcId="{B5F19F5F-100B-497E-8328-53BCCA787B6C}" destId="{7577F397-3BA6-4E57-9A89-C1EA60107CA6}" srcOrd="1" destOrd="0" presId="urn:microsoft.com/office/officeart/2005/8/layout/orgChart1"/>
    <dgm:cxn modelId="{818F398C-17D5-478B-B68D-79FD8D34F299}" type="presOf" srcId="{6D129A8B-D3F5-4033-92A3-84A8619E5E81}" destId="{BB984BA3-3FCE-4FB9-862F-DFACE5BE9816}" srcOrd="0" destOrd="0" presId="urn:microsoft.com/office/officeart/2005/8/layout/orgChart1"/>
    <dgm:cxn modelId="{F27F73FC-99F7-471C-BD0F-0C264DC27B98}" type="presOf" srcId="{65723C32-CBBB-4761-B9A5-D84CBFB2D728}" destId="{DA87915C-E581-4FD1-B512-064ED1AC6175}" srcOrd="0" destOrd="0" presId="urn:microsoft.com/office/officeart/2005/8/layout/orgChart1"/>
    <dgm:cxn modelId="{F8FC5E2B-3632-4AF5-9F62-CDA4D474AB29}" srcId="{1A63234F-5534-410B-830C-608E883526A7}" destId="{D798F4D0-5D6A-4C1B-8FC5-50BB1C915539}" srcOrd="3" destOrd="0" parTransId="{C2313B0B-34B5-4B2B-B0FB-067C499682D4}" sibTransId="{435BE7CD-DB1A-45E5-951E-6D3DC28EFB57}"/>
    <dgm:cxn modelId="{F133E0C3-51C8-4362-9520-DC085C125EE7}" type="presOf" srcId="{03C96A1A-01A8-4F51-BB4E-618BD28C7DDF}" destId="{B5F367DC-3027-4B82-85F2-5DB0257634FC}" srcOrd="0" destOrd="0" presId="urn:microsoft.com/office/officeart/2005/8/layout/orgChart1"/>
    <dgm:cxn modelId="{D3FE35BD-5DEF-4BC5-B7B0-0D8AB719507C}" type="presOf" srcId="{41E11C4D-0947-444F-BCF1-B33C7D12B23D}" destId="{2FA6BE1F-10FA-4DF4-8012-4828D8F3F593}" srcOrd="0" destOrd="0" presId="urn:microsoft.com/office/officeart/2005/8/layout/orgChart1"/>
    <dgm:cxn modelId="{E34E1B3F-0139-468A-945F-64F2AF9DB858}" type="presOf" srcId="{6AA828C3-6977-4643-960B-12C1596B7A7D}" destId="{B96C1AF3-08C9-4F27-8B15-461BD3C1CC15}" srcOrd="0" destOrd="0" presId="urn:microsoft.com/office/officeart/2005/8/layout/orgChart1"/>
    <dgm:cxn modelId="{69EF0E98-24A3-4568-8E22-EA7DC0188E7A}" type="presOf" srcId="{36E10BEC-686D-4213-90D2-F82F6B7F7B62}" destId="{3F2048A2-ED7C-4EFC-9B7D-16C5DDE1D080}" srcOrd="1" destOrd="0" presId="urn:microsoft.com/office/officeart/2005/8/layout/orgChart1"/>
    <dgm:cxn modelId="{43E22C1F-AF26-4E69-B06D-FD4ABD56F406}" type="presOf" srcId="{164EE82A-9DB2-4113-9917-3E6A3998E9D7}" destId="{BCEB7978-356B-4578-978E-39071A4DBD5C}" srcOrd="0" destOrd="0" presId="urn:microsoft.com/office/officeart/2005/8/layout/orgChart1"/>
    <dgm:cxn modelId="{472AC148-7AE7-4FFC-8140-60DFAEB412FE}" type="presOf" srcId="{819F8F5D-B27C-4518-B526-D99F72AA8393}" destId="{69078707-D86D-4B3B-B805-89F6194BA8A1}" srcOrd="0" destOrd="0" presId="urn:microsoft.com/office/officeart/2005/8/layout/orgChart1"/>
    <dgm:cxn modelId="{900A58D3-31D6-4B7F-9620-4A081E28CD77}" type="presOf" srcId="{6767CBE0-4E5B-4310-8BB8-DB4EDCF76E8C}" destId="{E0318333-CE00-4D4E-B0DF-4D4D68ED8F98}" srcOrd="0" destOrd="0" presId="urn:microsoft.com/office/officeart/2005/8/layout/orgChart1"/>
    <dgm:cxn modelId="{4077BCEE-58A7-4F8C-9715-CB7361DB0201}" type="presParOf" srcId="{FED57F5B-44D3-4C2C-A494-B1F8085E1082}" destId="{E464B396-F2DB-463D-ABE2-3DCB5BAE3BD7}" srcOrd="0" destOrd="0" presId="urn:microsoft.com/office/officeart/2005/8/layout/orgChart1"/>
    <dgm:cxn modelId="{D5DBF0D0-F575-44A8-84B8-DC668B73DBEF}" type="presParOf" srcId="{E464B396-F2DB-463D-ABE2-3DCB5BAE3BD7}" destId="{F72E13BB-AE50-4524-AEE0-5ED9BD770916}" srcOrd="0" destOrd="0" presId="urn:microsoft.com/office/officeart/2005/8/layout/orgChart1"/>
    <dgm:cxn modelId="{332D95F5-C171-4340-88E8-C8BDBD9A3BC0}" type="presParOf" srcId="{F72E13BB-AE50-4524-AEE0-5ED9BD770916}" destId="{B59F515E-5B9E-420C-9025-A0D778453F13}" srcOrd="0" destOrd="0" presId="urn:microsoft.com/office/officeart/2005/8/layout/orgChart1"/>
    <dgm:cxn modelId="{DD6BE7BA-C39C-47A3-95DB-0230423FFDAA}" type="presParOf" srcId="{F72E13BB-AE50-4524-AEE0-5ED9BD770916}" destId="{526080A3-59C8-4463-9719-9C6C9439197F}" srcOrd="1" destOrd="0" presId="urn:microsoft.com/office/officeart/2005/8/layout/orgChart1"/>
    <dgm:cxn modelId="{B3C1FCE8-9638-4D98-BE73-79DBA9D4FAF8}" type="presParOf" srcId="{E464B396-F2DB-463D-ABE2-3DCB5BAE3BD7}" destId="{03BB7FBD-12E2-4191-9F9B-6D2DFE93D2B7}" srcOrd="1" destOrd="0" presId="urn:microsoft.com/office/officeart/2005/8/layout/orgChart1"/>
    <dgm:cxn modelId="{CA090385-663D-4013-B9A7-901F5436294B}" type="presParOf" srcId="{03BB7FBD-12E2-4191-9F9B-6D2DFE93D2B7}" destId="{E0318333-CE00-4D4E-B0DF-4D4D68ED8F98}" srcOrd="0" destOrd="0" presId="urn:microsoft.com/office/officeart/2005/8/layout/orgChart1"/>
    <dgm:cxn modelId="{178E8BE1-0999-441B-8B38-B1156AC124E1}" type="presParOf" srcId="{03BB7FBD-12E2-4191-9F9B-6D2DFE93D2B7}" destId="{750EA825-1EF7-44AA-8057-BF2785A2A590}" srcOrd="1" destOrd="0" presId="urn:microsoft.com/office/officeart/2005/8/layout/orgChart1"/>
    <dgm:cxn modelId="{5B248863-4249-4651-B90D-74D0162AC72A}" type="presParOf" srcId="{750EA825-1EF7-44AA-8057-BF2785A2A590}" destId="{C5A659EF-657A-4744-8F53-3D0D56D31BF3}" srcOrd="0" destOrd="0" presId="urn:microsoft.com/office/officeart/2005/8/layout/orgChart1"/>
    <dgm:cxn modelId="{56FBA4AE-8C91-48CB-AA05-984DD29928AC}" type="presParOf" srcId="{C5A659EF-657A-4744-8F53-3D0D56D31BF3}" destId="{2A132A1C-1109-41CD-AA0D-60CE41E8DA8B}" srcOrd="0" destOrd="0" presId="urn:microsoft.com/office/officeart/2005/8/layout/orgChart1"/>
    <dgm:cxn modelId="{2553AA6C-C211-40F9-B6E9-1C13A894BE95}" type="presParOf" srcId="{C5A659EF-657A-4744-8F53-3D0D56D31BF3}" destId="{296AA7D8-5D85-4E30-A725-0EAACC11CBD3}" srcOrd="1" destOrd="0" presId="urn:microsoft.com/office/officeart/2005/8/layout/orgChart1"/>
    <dgm:cxn modelId="{6A113F1E-958E-45CB-BFC4-2C68D626A0F3}" type="presParOf" srcId="{750EA825-1EF7-44AA-8057-BF2785A2A590}" destId="{AC2E6A89-D255-4E06-B559-CE2F7563DF6E}" srcOrd="1" destOrd="0" presId="urn:microsoft.com/office/officeart/2005/8/layout/orgChart1"/>
    <dgm:cxn modelId="{36EC32A2-4D26-48BF-8165-56B2B9260DCF}" type="presParOf" srcId="{AC2E6A89-D255-4E06-B559-CE2F7563DF6E}" destId="{CC96927F-04F0-4C3E-BD5B-547DD003F2FB}" srcOrd="0" destOrd="0" presId="urn:microsoft.com/office/officeart/2005/8/layout/orgChart1"/>
    <dgm:cxn modelId="{53145B1F-105F-4EDE-83A4-04AD5E2464B2}" type="presParOf" srcId="{AC2E6A89-D255-4E06-B559-CE2F7563DF6E}" destId="{566BFDCF-FB4E-4B65-9C82-09B5EE791F60}" srcOrd="1" destOrd="0" presId="urn:microsoft.com/office/officeart/2005/8/layout/orgChart1"/>
    <dgm:cxn modelId="{205A119F-C392-41B6-9293-D1D2E8E2236A}" type="presParOf" srcId="{566BFDCF-FB4E-4B65-9C82-09B5EE791F60}" destId="{62649F34-7DF9-45E3-A2E0-951FA9618070}" srcOrd="0" destOrd="0" presId="urn:microsoft.com/office/officeart/2005/8/layout/orgChart1"/>
    <dgm:cxn modelId="{5CB42667-0F04-4121-A37E-31FAF285A53D}" type="presParOf" srcId="{62649F34-7DF9-45E3-A2E0-951FA9618070}" destId="{5980EF3C-C57C-4F90-809D-095924786E0E}" srcOrd="0" destOrd="0" presId="urn:microsoft.com/office/officeart/2005/8/layout/orgChart1"/>
    <dgm:cxn modelId="{6C29A831-2BF0-4C06-8FF8-56D867DCDF2B}" type="presParOf" srcId="{62649F34-7DF9-45E3-A2E0-951FA9618070}" destId="{71F59513-99ED-40F4-A9ED-DD1EC1E74A0B}" srcOrd="1" destOrd="0" presId="urn:microsoft.com/office/officeart/2005/8/layout/orgChart1"/>
    <dgm:cxn modelId="{3F6C3ACB-F222-41CE-B5B0-496BE04E02F4}" type="presParOf" srcId="{566BFDCF-FB4E-4B65-9C82-09B5EE791F60}" destId="{F0265754-74F2-4CF8-AEE8-467AF5829BDF}" srcOrd="1" destOrd="0" presId="urn:microsoft.com/office/officeart/2005/8/layout/orgChart1"/>
    <dgm:cxn modelId="{1BD20CEF-EAB1-441D-8F47-3BE20CFCF3F5}" type="presParOf" srcId="{566BFDCF-FB4E-4B65-9C82-09B5EE791F60}" destId="{73F9A65E-8846-4164-8536-9A44AA5CC1A1}" srcOrd="2" destOrd="0" presId="urn:microsoft.com/office/officeart/2005/8/layout/orgChart1"/>
    <dgm:cxn modelId="{1F83FCD0-9743-45C2-B10D-0CE553A401E0}" type="presParOf" srcId="{AC2E6A89-D255-4E06-B559-CE2F7563DF6E}" destId="{20F80D74-07C5-41B2-A7B6-AE809976EB54}" srcOrd="2" destOrd="0" presId="urn:microsoft.com/office/officeart/2005/8/layout/orgChart1"/>
    <dgm:cxn modelId="{3F12299C-C33F-4609-A372-EAD07FC48F25}" type="presParOf" srcId="{AC2E6A89-D255-4E06-B559-CE2F7563DF6E}" destId="{E3725709-5770-4E37-A7F0-95ABA4859CAA}" srcOrd="3" destOrd="0" presId="urn:microsoft.com/office/officeart/2005/8/layout/orgChart1"/>
    <dgm:cxn modelId="{676F5098-9EFF-40B5-B33C-842F45B8F184}" type="presParOf" srcId="{E3725709-5770-4E37-A7F0-95ABA4859CAA}" destId="{3050ACD8-0EC1-4614-92AC-ED4F6D2FC873}" srcOrd="0" destOrd="0" presId="urn:microsoft.com/office/officeart/2005/8/layout/orgChart1"/>
    <dgm:cxn modelId="{1D4F5B5B-31D9-4CF7-AEDE-690E9B2D5137}" type="presParOf" srcId="{3050ACD8-0EC1-4614-92AC-ED4F6D2FC873}" destId="{B96C1AF3-08C9-4F27-8B15-461BD3C1CC15}" srcOrd="0" destOrd="0" presId="urn:microsoft.com/office/officeart/2005/8/layout/orgChart1"/>
    <dgm:cxn modelId="{F15AC1F3-F023-4A29-9152-365B30E630D0}" type="presParOf" srcId="{3050ACD8-0EC1-4614-92AC-ED4F6D2FC873}" destId="{5BCA2080-6F22-4E6C-9D94-2075AA71B5CB}" srcOrd="1" destOrd="0" presId="urn:microsoft.com/office/officeart/2005/8/layout/orgChart1"/>
    <dgm:cxn modelId="{3BB9DC17-CD00-4111-959A-172D05727F5D}" type="presParOf" srcId="{E3725709-5770-4E37-A7F0-95ABA4859CAA}" destId="{0035974D-2794-49E3-A86F-B6BB08F4C853}" srcOrd="1" destOrd="0" presId="urn:microsoft.com/office/officeart/2005/8/layout/orgChart1"/>
    <dgm:cxn modelId="{285A6A5E-041C-469A-8E36-FA185CF5AB5C}" type="presParOf" srcId="{E3725709-5770-4E37-A7F0-95ABA4859CAA}" destId="{D8A56D81-A6C9-4D3A-8A93-D3820F49A5C3}" srcOrd="2" destOrd="0" presId="urn:microsoft.com/office/officeart/2005/8/layout/orgChart1"/>
    <dgm:cxn modelId="{B8357A15-EE65-4D5B-898C-C7CA1B3447DF}" type="presParOf" srcId="{750EA825-1EF7-44AA-8057-BF2785A2A590}" destId="{4FE36976-A4B3-499A-8095-B8B9123783E1}" srcOrd="2" destOrd="0" presId="urn:microsoft.com/office/officeart/2005/8/layout/orgChart1"/>
    <dgm:cxn modelId="{8CC4DBA5-D2B4-4316-8DF2-D0D2EFC3AABE}" type="presParOf" srcId="{03BB7FBD-12E2-4191-9F9B-6D2DFE93D2B7}" destId="{8E989698-94C5-485A-9301-41B9648A1574}" srcOrd="2" destOrd="0" presId="urn:microsoft.com/office/officeart/2005/8/layout/orgChart1"/>
    <dgm:cxn modelId="{8F6367E3-1D51-48CD-922F-4657E04BF9CA}" type="presParOf" srcId="{03BB7FBD-12E2-4191-9F9B-6D2DFE93D2B7}" destId="{1A48C09D-9858-4CFA-A8B5-70EC55E11BDF}" srcOrd="3" destOrd="0" presId="urn:microsoft.com/office/officeart/2005/8/layout/orgChart1"/>
    <dgm:cxn modelId="{4078503B-9372-4E41-A8FD-B850EF9C152A}" type="presParOf" srcId="{1A48C09D-9858-4CFA-A8B5-70EC55E11BDF}" destId="{26566BBB-7615-4A91-AC3C-2E26D08EE6E6}" srcOrd="0" destOrd="0" presId="urn:microsoft.com/office/officeart/2005/8/layout/orgChart1"/>
    <dgm:cxn modelId="{B83BA83A-E6D9-461D-9B49-35DBD80A7CC5}" type="presParOf" srcId="{26566BBB-7615-4A91-AC3C-2E26D08EE6E6}" destId="{BB984BA3-3FCE-4FB9-862F-DFACE5BE9816}" srcOrd="0" destOrd="0" presId="urn:microsoft.com/office/officeart/2005/8/layout/orgChart1"/>
    <dgm:cxn modelId="{1BD338DC-52CF-4DFE-8C57-B0966D17A5D9}" type="presParOf" srcId="{26566BBB-7615-4A91-AC3C-2E26D08EE6E6}" destId="{95F853DD-891E-4C87-B03A-AF51D199AF0D}" srcOrd="1" destOrd="0" presId="urn:microsoft.com/office/officeart/2005/8/layout/orgChart1"/>
    <dgm:cxn modelId="{6DEB9112-3985-495A-A047-4B371E23A545}" type="presParOf" srcId="{1A48C09D-9858-4CFA-A8B5-70EC55E11BDF}" destId="{8F307992-7B8A-4003-A62D-0DBB06939C41}" srcOrd="1" destOrd="0" presId="urn:microsoft.com/office/officeart/2005/8/layout/orgChart1"/>
    <dgm:cxn modelId="{B0830231-30B9-4207-AA54-401676E406A6}" type="presParOf" srcId="{8F307992-7B8A-4003-A62D-0DBB06939C41}" destId="{BCEB7978-356B-4578-978E-39071A4DBD5C}" srcOrd="0" destOrd="0" presId="urn:microsoft.com/office/officeart/2005/8/layout/orgChart1"/>
    <dgm:cxn modelId="{B1D40D2C-6D42-467A-9AFE-296920840E1F}" type="presParOf" srcId="{8F307992-7B8A-4003-A62D-0DBB06939C41}" destId="{A2D7CC46-0C14-4AEC-BC9E-B8CB47EF8384}" srcOrd="1" destOrd="0" presId="urn:microsoft.com/office/officeart/2005/8/layout/orgChart1"/>
    <dgm:cxn modelId="{9B621232-9681-40C8-9355-027EFF78C3FB}" type="presParOf" srcId="{A2D7CC46-0C14-4AEC-BC9E-B8CB47EF8384}" destId="{5F27E51B-4ED8-4653-9C4D-64C7396D3C93}" srcOrd="0" destOrd="0" presId="urn:microsoft.com/office/officeart/2005/8/layout/orgChart1"/>
    <dgm:cxn modelId="{B1FE1D22-6AA0-401E-9E64-B3492C60F4B4}" type="presParOf" srcId="{5F27E51B-4ED8-4653-9C4D-64C7396D3C93}" destId="{4319ADCA-8ED6-4405-9B2E-E1F544BE30EC}" srcOrd="0" destOrd="0" presId="urn:microsoft.com/office/officeart/2005/8/layout/orgChart1"/>
    <dgm:cxn modelId="{33FF2E14-E642-488A-A266-FBB285BCB747}" type="presParOf" srcId="{5F27E51B-4ED8-4653-9C4D-64C7396D3C93}" destId="{3F2048A2-ED7C-4EFC-9B7D-16C5DDE1D080}" srcOrd="1" destOrd="0" presId="urn:microsoft.com/office/officeart/2005/8/layout/orgChart1"/>
    <dgm:cxn modelId="{575B5ACC-917E-4296-9DBC-E3156D59036F}" type="presParOf" srcId="{A2D7CC46-0C14-4AEC-BC9E-B8CB47EF8384}" destId="{1A641370-A049-413E-94F1-724892653378}" srcOrd="1" destOrd="0" presId="urn:microsoft.com/office/officeart/2005/8/layout/orgChart1"/>
    <dgm:cxn modelId="{78AA5B4E-2D36-4DDE-9727-F3A126485BAB}" type="presParOf" srcId="{A2D7CC46-0C14-4AEC-BC9E-B8CB47EF8384}" destId="{859AC9D4-616F-461A-BE19-68631C03D632}" srcOrd="2" destOrd="0" presId="urn:microsoft.com/office/officeart/2005/8/layout/orgChart1"/>
    <dgm:cxn modelId="{C48F1975-34E4-4D63-9798-494F9898CD3A}" type="presParOf" srcId="{8F307992-7B8A-4003-A62D-0DBB06939C41}" destId="{CFAAB8B2-FDFA-4DE8-BFE5-5C9EA8DE96D0}" srcOrd="2" destOrd="0" presId="urn:microsoft.com/office/officeart/2005/8/layout/orgChart1"/>
    <dgm:cxn modelId="{068ACB97-8917-4652-ACC3-4FA9B92F5AAE}" type="presParOf" srcId="{8F307992-7B8A-4003-A62D-0DBB06939C41}" destId="{D3B82E93-BF0B-442C-8ECC-00F37BA06823}" srcOrd="3" destOrd="0" presId="urn:microsoft.com/office/officeart/2005/8/layout/orgChart1"/>
    <dgm:cxn modelId="{29622D81-651D-41DE-BCFB-F975B3D2A440}" type="presParOf" srcId="{D3B82E93-BF0B-442C-8ECC-00F37BA06823}" destId="{C7FB9A53-CB57-4089-BB1A-04449E9903D5}" srcOrd="0" destOrd="0" presId="urn:microsoft.com/office/officeart/2005/8/layout/orgChart1"/>
    <dgm:cxn modelId="{7D416104-10EF-4B99-A77D-B8D839ECC65C}" type="presParOf" srcId="{C7FB9A53-CB57-4089-BB1A-04449E9903D5}" destId="{69078707-D86D-4B3B-B805-89F6194BA8A1}" srcOrd="0" destOrd="0" presId="urn:microsoft.com/office/officeart/2005/8/layout/orgChart1"/>
    <dgm:cxn modelId="{3DCFB3D5-DBDB-47A7-A4E7-39E5345BE636}" type="presParOf" srcId="{C7FB9A53-CB57-4089-BB1A-04449E9903D5}" destId="{DAB83446-6474-491A-A0B8-56AD4D2E9225}" srcOrd="1" destOrd="0" presId="urn:microsoft.com/office/officeart/2005/8/layout/orgChart1"/>
    <dgm:cxn modelId="{1945EFB1-1C92-43CD-A1DF-B524672C5AAB}" type="presParOf" srcId="{D3B82E93-BF0B-442C-8ECC-00F37BA06823}" destId="{4D58BBE1-549A-4E71-ADA2-541395F26349}" srcOrd="1" destOrd="0" presId="urn:microsoft.com/office/officeart/2005/8/layout/orgChart1"/>
    <dgm:cxn modelId="{DEC847E1-1969-4B06-8F87-495B585A4500}" type="presParOf" srcId="{D3B82E93-BF0B-442C-8ECC-00F37BA06823}" destId="{172D5CB6-2B14-4428-88CB-80C211D5E857}" srcOrd="2" destOrd="0" presId="urn:microsoft.com/office/officeart/2005/8/layout/orgChart1"/>
    <dgm:cxn modelId="{67A41C1D-B74D-40D4-8EAE-035A6D1D6F57}" type="presParOf" srcId="{1A48C09D-9858-4CFA-A8B5-70EC55E11BDF}" destId="{03AFC0FF-F3F4-4C3D-A6BB-5165CF38DD51}" srcOrd="2" destOrd="0" presId="urn:microsoft.com/office/officeart/2005/8/layout/orgChart1"/>
    <dgm:cxn modelId="{F6B2FB60-54A1-43E2-ABC6-5FF8BA0A8792}" type="presParOf" srcId="{03BB7FBD-12E2-4191-9F9B-6D2DFE93D2B7}" destId="{62213448-8C45-47CA-8C2A-4FC3B541489B}" srcOrd="4" destOrd="0" presId="urn:microsoft.com/office/officeart/2005/8/layout/orgChart1"/>
    <dgm:cxn modelId="{9CB18A0F-2F95-4667-A605-953CD0639D8B}" type="presParOf" srcId="{03BB7FBD-12E2-4191-9F9B-6D2DFE93D2B7}" destId="{0430AC41-B110-4EC1-9E12-7FEE0C2D39BB}" srcOrd="5" destOrd="0" presId="urn:microsoft.com/office/officeart/2005/8/layout/orgChart1"/>
    <dgm:cxn modelId="{7F18E555-1640-466E-8000-7E6669F9FFCA}" type="presParOf" srcId="{0430AC41-B110-4EC1-9E12-7FEE0C2D39BB}" destId="{B19F2AD6-1EE5-40BC-A9A5-E441A8F55520}" srcOrd="0" destOrd="0" presId="urn:microsoft.com/office/officeart/2005/8/layout/orgChart1"/>
    <dgm:cxn modelId="{5B4DF712-C9FF-4ED7-85FC-8C89E8CD4CBE}" type="presParOf" srcId="{B19F2AD6-1EE5-40BC-A9A5-E441A8F55520}" destId="{2E5A5009-512A-430D-8A96-412AB4EFE0F6}" srcOrd="0" destOrd="0" presId="urn:microsoft.com/office/officeart/2005/8/layout/orgChart1"/>
    <dgm:cxn modelId="{B3DACB4A-AE61-4C9E-8DB9-2BA296731999}" type="presParOf" srcId="{B19F2AD6-1EE5-40BC-A9A5-E441A8F55520}" destId="{3EC400D2-2A7C-4162-B52A-F2861DBA0623}" srcOrd="1" destOrd="0" presId="urn:microsoft.com/office/officeart/2005/8/layout/orgChart1"/>
    <dgm:cxn modelId="{4E856BE5-4964-49E8-943E-FCDA7B7A6084}" type="presParOf" srcId="{0430AC41-B110-4EC1-9E12-7FEE0C2D39BB}" destId="{7F4AE19E-14D6-409B-88B0-E9723104F0FD}" srcOrd="1" destOrd="0" presId="urn:microsoft.com/office/officeart/2005/8/layout/orgChart1"/>
    <dgm:cxn modelId="{988C80BD-5452-40D4-825A-6178B272A7CE}" type="presParOf" srcId="{7F4AE19E-14D6-409B-88B0-E9723104F0FD}" destId="{4C24E51A-7F5F-4604-A98F-C716ABF04CD0}" srcOrd="0" destOrd="0" presId="urn:microsoft.com/office/officeart/2005/8/layout/orgChart1"/>
    <dgm:cxn modelId="{B076B01B-CF7D-4897-BAAB-8E3EB548FA9D}" type="presParOf" srcId="{7F4AE19E-14D6-409B-88B0-E9723104F0FD}" destId="{4C6FDD02-0344-4006-BDC7-9C9AB3F95AA9}" srcOrd="1" destOrd="0" presId="urn:microsoft.com/office/officeart/2005/8/layout/orgChart1"/>
    <dgm:cxn modelId="{3A17871D-5121-4E4D-A4E3-6C2818054D8D}" type="presParOf" srcId="{4C6FDD02-0344-4006-BDC7-9C9AB3F95AA9}" destId="{8DFF7C3B-D798-4CAB-8998-35F69DEC75C2}" srcOrd="0" destOrd="0" presId="urn:microsoft.com/office/officeart/2005/8/layout/orgChart1"/>
    <dgm:cxn modelId="{55E424A7-440E-4FDC-AFE4-5ED508C84243}" type="presParOf" srcId="{8DFF7C3B-D798-4CAB-8998-35F69DEC75C2}" destId="{DA87915C-E581-4FD1-B512-064ED1AC6175}" srcOrd="0" destOrd="0" presId="urn:microsoft.com/office/officeart/2005/8/layout/orgChart1"/>
    <dgm:cxn modelId="{EB3DB4AE-C29E-4860-9967-1F71DD0F33E4}" type="presParOf" srcId="{8DFF7C3B-D798-4CAB-8998-35F69DEC75C2}" destId="{938D0062-06C9-44EA-A510-29711C399ED6}" srcOrd="1" destOrd="0" presId="urn:microsoft.com/office/officeart/2005/8/layout/orgChart1"/>
    <dgm:cxn modelId="{E9F84AC0-7CC1-43D9-9CB8-4ACEB509535D}" type="presParOf" srcId="{4C6FDD02-0344-4006-BDC7-9C9AB3F95AA9}" destId="{E814D89A-BFC9-4C8D-ADFC-B006726E538B}" srcOrd="1" destOrd="0" presId="urn:microsoft.com/office/officeart/2005/8/layout/orgChart1"/>
    <dgm:cxn modelId="{3FD6FC21-86E6-4363-B86E-3B11138C9AE3}" type="presParOf" srcId="{4C6FDD02-0344-4006-BDC7-9C9AB3F95AA9}" destId="{0FBABF2F-E6F6-4DD2-ADEE-91E3CA8FF072}" srcOrd="2" destOrd="0" presId="urn:microsoft.com/office/officeart/2005/8/layout/orgChart1"/>
    <dgm:cxn modelId="{CEC52355-8AE4-4780-ABE1-9913314E0A5A}" type="presParOf" srcId="{7F4AE19E-14D6-409B-88B0-E9723104F0FD}" destId="{9F8418C1-8523-4AA0-9471-F2550F6B4C65}" srcOrd="2" destOrd="0" presId="urn:microsoft.com/office/officeart/2005/8/layout/orgChart1"/>
    <dgm:cxn modelId="{0D6F060A-0668-424F-A0F6-191C6174E771}" type="presParOf" srcId="{7F4AE19E-14D6-409B-88B0-E9723104F0FD}" destId="{A21D4011-EED4-4ED7-97BE-59F81D8E8E22}" srcOrd="3" destOrd="0" presId="urn:microsoft.com/office/officeart/2005/8/layout/orgChart1"/>
    <dgm:cxn modelId="{357332B4-3524-4298-98FB-A06C52B01BC5}" type="presParOf" srcId="{A21D4011-EED4-4ED7-97BE-59F81D8E8E22}" destId="{A21DFCE6-8619-4FC1-9C6C-9A92C38FEE66}" srcOrd="0" destOrd="0" presId="urn:microsoft.com/office/officeart/2005/8/layout/orgChart1"/>
    <dgm:cxn modelId="{4A0C58DF-9F82-4441-9878-C6C10E740492}" type="presParOf" srcId="{A21DFCE6-8619-4FC1-9C6C-9A92C38FEE66}" destId="{A9BA2146-7EC1-4E25-8252-7FCD634DCAB6}" srcOrd="0" destOrd="0" presId="urn:microsoft.com/office/officeart/2005/8/layout/orgChart1"/>
    <dgm:cxn modelId="{515C21DA-07CA-4952-87E7-A2048F9A8B0C}" type="presParOf" srcId="{A21DFCE6-8619-4FC1-9C6C-9A92C38FEE66}" destId="{7577F397-3BA6-4E57-9A89-C1EA60107CA6}" srcOrd="1" destOrd="0" presId="urn:microsoft.com/office/officeart/2005/8/layout/orgChart1"/>
    <dgm:cxn modelId="{020D048B-E242-4071-9B81-9C8F211DF4BF}" type="presParOf" srcId="{A21D4011-EED4-4ED7-97BE-59F81D8E8E22}" destId="{35A1A704-98EC-4005-BD53-3E307F721A49}" srcOrd="1" destOrd="0" presId="urn:microsoft.com/office/officeart/2005/8/layout/orgChart1"/>
    <dgm:cxn modelId="{946D4589-E820-445B-B087-68916350BD71}" type="presParOf" srcId="{A21D4011-EED4-4ED7-97BE-59F81D8E8E22}" destId="{86219886-D043-48A0-9694-B318A7F9C46F}" srcOrd="2" destOrd="0" presId="urn:microsoft.com/office/officeart/2005/8/layout/orgChart1"/>
    <dgm:cxn modelId="{89CE2485-1ED7-422C-9B06-750C3727C041}" type="presParOf" srcId="{0430AC41-B110-4EC1-9E12-7FEE0C2D39BB}" destId="{5A9A0F51-FAC2-4932-A21D-BCB127B6B8A5}" srcOrd="2" destOrd="0" presId="urn:microsoft.com/office/officeart/2005/8/layout/orgChart1"/>
    <dgm:cxn modelId="{95731858-F8E5-44D1-9F3D-67D13017258C}" type="presParOf" srcId="{03BB7FBD-12E2-4191-9F9B-6D2DFE93D2B7}" destId="{6A20FF42-DB26-4465-9352-594B83B1ACA8}" srcOrd="6" destOrd="0" presId="urn:microsoft.com/office/officeart/2005/8/layout/orgChart1"/>
    <dgm:cxn modelId="{49F45177-2165-44F5-A5BC-4EA789E77014}" type="presParOf" srcId="{03BB7FBD-12E2-4191-9F9B-6D2DFE93D2B7}" destId="{EBC19FE2-DD06-4AAD-A44D-A1C560AA4237}" srcOrd="7" destOrd="0" presId="urn:microsoft.com/office/officeart/2005/8/layout/orgChart1"/>
    <dgm:cxn modelId="{77B41132-0955-402D-A609-B7CE2A850820}" type="presParOf" srcId="{EBC19FE2-DD06-4AAD-A44D-A1C560AA4237}" destId="{78E72521-4A28-4C66-9026-85E2F8B066CD}" srcOrd="0" destOrd="0" presId="urn:microsoft.com/office/officeart/2005/8/layout/orgChart1"/>
    <dgm:cxn modelId="{33B0C769-6A15-4DF2-9F0E-B1C4257F8010}" type="presParOf" srcId="{78E72521-4A28-4C66-9026-85E2F8B066CD}" destId="{9DB164E2-A89C-4D04-A830-E8151D3AA829}" srcOrd="0" destOrd="0" presId="urn:microsoft.com/office/officeart/2005/8/layout/orgChart1"/>
    <dgm:cxn modelId="{3A041A3F-39DE-40F4-B44F-BC276F427316}" type="presParOf" srcId="{78E72521-4A28-4C66-9026-85E2F8B066CD}" destId="{02481872-246F-4AE0-B60A-4BCDCE8A339B}" srcOrd="1" destOrd="0" presId="urn:microsoft.com/office/officeart/2005/8/layout/orgChart1"/>
    <dgm:cxn modelId="{C8980C8C-32B8-4D93-BE27-D3735724EE15}" type="presParOf" srcId="{EBC19FE2-DD06-4AAD-A44D-A1C560AA4237}" destId="{01CF86EF-9364-4D49-B67F-12098781DFAA}" srcOrd="1" destOrd="0" presId="urn:microsoft.com/office/officeart/2005/8/layout/orgChart1"/>
    <dgm:cxn modelId="{A4E1002D-78E9-4BE5-B44B-B20F2FBFD160}" type="presParOf" srcId="{01CF86EF-9364-4D49-B67F-12098781DFAA}" destId="{2FA6BE1F-10FA-4DF4-8012-4828D8F3F593}" srcOrd="0" destOrd="0" presId="urn:microsoft.com/office/officeart/2005/8/layout/orgChart1"/>
    <dgm:cxn modelId="{CBF7F14E-FA2E-4627-AC20-4EC33E7AE6E5}" type="presParOf" srcId="{01CF86EF-9364-4D49-B67F-12098781DFAA}" destId="{5E747476-F820-437A-AA6B-3B96CF19A38B}" srcOrd="1" destOrd="0" presId="urn:microsoft.com/office/officeart/2005/8/layout/orgChart1"/>
    <dgm:cxn modelId="{A68C9014-6023-4BC4-BB1B-B0F09B6C7A13}" type="presParOf" srcId="{5E747476-F820-437A-AA6B-3B96CF19A38B}" destId="{113FCA5A-4081-417D-B38D-76FA04D4109E}" srcOrd="0" destOrd="0" presId="urn:microsoft.com/office/officeart/2005/8/layout/orgChart1"/>
    <dgm:cxn modelId="{F12FAFE1-62DC-46E8-9448-48CC4A39851A}" type="presParOf" srcId="{113FCA5A-4081-417D-B38D-76FA04D4109E}" destId="{6B6399E7-6102-4BF7-9AAA-43DBC707CD31}" srcOrd="0" destOrd="0" presId="urn:microsoft.com/office/officeart/2005/8/layout/orgChart1"/>
    <dgm:cxn modelId="{BBAD3DA5-6DD6-471D-945B-0D16AA3048E2}" type="presParOf" srcId="{113FCA5A-4081-417D-B38D-76FA04D4109E}" destId="{E77EC3E8-40E5-4E9A-ACE8-F00CC09E26FF}" srcOrd="1" destOrd="0" presId="urn:microsoft.com/office/officeart/2005/8/layout/orgChart1"/>
    <dgm:cxn modelId="{6E42841C-3234-47A5-BEF7-B3B10542B259}" type="presParOf" srcId="{5E747476-F820-437A-AA6B-3B96CF19A38B}" destId="{1102DABE-14B7-44DF-877E-EB0EA1251C83}" srcOrd="1" destOrd="0" presId="urn:microsoft.com/office/officeart/2005/8/layout/orgChart1"/>
    <dgm:cxn modelId="{E2DEAC35-979E-4802-93F5-6B2BBD9D2D38}" type="presParOf" srcId="{5E747476-F820-437A-AA6B-3B96CF19A38B}" destId="{440129BB-A4D6-4ED2-8609-D4AA1596B1BA}" srcOrd="2" destOrd="0" presId="urn:microsoft.com/office/officeart/2005/8/layout/orgChart1"/>
    <dgm:cxn modelId="{BDDA1C4A-64C2-4186-9EB4-68F896F0CE02}" type="presParOf" srcId="{01CF86EF-9364-4D49-B67F-12098781DFAA}" destId="{B5F367DC-3027-4B82-85F2-5DB0257634FC}" srcOrd="2" destOrd="0" presId="urn:microsoft.com/office/officeart/2005/8/layout/orgChart1"/>
    <dgm:cxn modelId="{1EC408FA-1C57-4172-BFD5-F91C5B5D0BEE}" type="presParOf" srcId="{01CF86EF-9364-4D49-B67F-12098781DFAA}" destId="{145B7D51-4D38-47F3-9F7F-B3EE4377955F}" srcOrd="3" destOrd="0" presId="urn:microsoft.com/office/officeart/2005/8/layout/orgChart1"/>
    <dgm:cxn modelId="{50A7EEBC-0D18-492B-9898-B95B9DD5EED6}" type="presParOf" srcId="{145B7D51-4D38-47F3-9F7F-B3EE4377955F}" destId="{E7EA52D2-06BF-4A61-A4C7-61B6F96DDC73}" srcOrd="0" destOrd="0" presId="urn:microsoft.com/office/officeart/2005/8/layout/orgChart1"/>
    <dgm:cxn modelId="{30C8C20E-7F09-4D8F-BFD0-E048E85AC6B5}" type="presParOf" srcId="{E7EA52D2-06BF-4A61-A4C7-61B6F96DDC73}" destId="{978072A1-2A85-4A32-B5C9-80BD39B540C6}" srcOrd="0" destOrd="0" presId="urn:microsoft.com/office/officeart/2005/8/layout/orgChart1"/>
    <dgm:cxn modelId="{6BE08869-FB7E-43B6-977F-AF283C536D1D}" type="presParOf" srcId="{E7EA52D2-06BF-4A61-A4C7-61B6F96DDC73}" destId="{34DDE0FB-10E3-4C80-AFFF-4464C05E032E}" srcOrd="1" destOrd="0" presId="urn:microsoft.com/office/officeart/2005/8/layout/orgChart1"/>
    <dgm:cxn modelId="{5597D618-869D-4ACB-9EBA-FAE3D0FCF7B5}" type="presParOf" srcId="{145B7D51-4D38-47F3-9F7F-B3EE4377955F}" destId="{8712C4AB-52B7-4351-88C4-5CCAE795D5DA}" srcOrd="1" destOrd="0" presId="urn:microsoft.com/office/officeart/2005/8/layout/orgChart1"/>
    <dgm:cxn modelId="{754EA8D1-C26E-4C26-9543-FBBE87D0701D}" type="presParOf" srcId="{145B7D51-4D38-47F3-9F7F-B3EE4377955F}" destId="{0410AE36-434E-45F6-9D2E-1EE2F784863C}" srcOrd="2" destOrd="0" presId="urn:microsoft.com/office/officeart/2005/8/layout/orgChart1"/>
    <dgm:cxn modelId="{BC082969-7CEF-4D39-AC62-C6CECF808116}" type="presParOf" srcId="{EBC19FE2-DD06-4AAD-A44D-A1C560AA4237}" destId="{0E6B3143-4108-4FD5-938A-C785830E7D91}" srcOrd="2" destOrd="0" presId="urn:microsoft.com/office/officeart/2005/8/layout/orgChart1"/>
    <dgm:cxn modelId="{3D5F2290-D362-487F-B686-4FCB301F2821}" type="presParOf" srcId="{E464B396-F2DB-463D-ABE2-3DCB5BAE3BD7}" destId="{DF33B979-978E-42EA-93F3-2E3EB53897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367DC-3027-4B82-85F2-5DB0257634FC}">
      <dsp:nvSpPr>
        <dsp:cNvPr id="0" name=""/>
        <dsp:cNvSpPr/>
      </dsp:nvSpPr>
      <dsp:spPr>
        <a:xfrm>
          <a:off x="5921765" y="1574694"/>
          <a:ext cx="195062" cy="1521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487"/>
              </a:lnTo>
              <a:lnTo>
                <a:pt x="195062" y="1521487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6BE1F-10FA-4DF4-8012-4828D8F3F593}">
      <dsp:nvSpPr>
        <dsp:cNvPr id="0" name=""/>
        <dsp:cNvSpPr/>
      </dsp:nvSpPr>
      <dsp:spPr>
        <a:xfrm>
          <a:off x="5921765" y="1574694"/>
          <a:ext cx="195062" cy="598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191"/>
              </a:lnTo>
              <a:lnTo>
                <a:pt x="195062" y="598191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20FF42-DB26-4465-9352-594B83B1ACA8}">
      <dsp:nvSpPr>
        <dsp:cNvPr id="0" name=""/>
        <dsp:cNvSpPr/>
      </dsp:nvSpPr>
      <dsp:spPr>
        <a:xfrm>
          <a:off x="4081675" y="651399"/>
          <a:ext cx="2360256" cy="273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543"/>
              </a:lnTo>
              <a:lnTo>
                <a:pt x="2360256" y="136543"/>
              </a:lnTo>
              <a:lnTo>
                <a:pt x="2360256" y="273087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8418C1-8523-4AA0-9471-F2550F6B4C65}">
      <dsp:nvSpPr>
        <dsp:cNvPr id="0" name=""/>
        <dsp:cNvSpPr/>
      </dsp:nvSpPr>
      <dsp:spPr>
        <a:xfrm>
          <a:off x="4348261" y="1574694"/>
          <a:ext cx="195062" cy="1521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487"/>
              </a:lnTo>
              <a:lnTo>
                <a:pt x="195062" y="1521487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4E51A-7F5F-4604-A98F-C716ABF04CD0}">
      <dsp:nvSpPr>
        <dsp:cNvPr id="0" name=""/>
        <dsp:cNvSpPr/>
      </dsp:nvSpPr>
      <dsp:spPr>
        <a:xfrm>
          <a:off x="4348261" y="1574694"/>
          <a:ext cx="195062" cy="598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191"/>
              </a:lnTo>
              <a:lnTo>
                <a:pt x="195062" y="598191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13448-8C45-47CA-8C2A-4FC3B541489B}">
      <dsp:nvSpPr>
        <dsp:cNvPr id="0" name=""/>
        <dsp:cNvSpPr/>
      </dsp:nvSpPr>
      <dsp:spPr>
        <a:xfrm>
          <a:off x="4081675" y="651399"/>
          <a:ext cx="786752" cy="273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543"/>
              </a:lnTo>
              <a:lnTo>
                <a:pt x="786752" y="136543"/>
              </a:lnTo>
              <a:lnTo>
                <a:pt x="786752" y="273087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AAB8B2-FDFA-4DE8-BFE5-5C9EA8DE96D0}">
      <dsp:nvSpPr>
        <dsp:cNvPr id="0" name=""/>
        <dsp:cNvSpPr/>
      </dsp:nvSpPr>
      <dsp:spPr>
        <a:xfrm>
          <a:off x="2774757" y="1574694"/>
          <a:ext cx="195062" cy="1521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487"/>
              </a:lnTo>
              <a:lnTo>
                <a:pt x="195062" y="1521487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EB7978-356B-4578-978E-39071A4DBD5C}">
      <dsp:nvSpPr>
        <dsp:cNvPr id="0" name=""/>
        <dsp:cNvSpPr/>
      </dsp:nvSpPr>
      <dsp:spPr>
        <a:xfrm>
          <a:off x="2774757" y="1574694"/>
          <a:ext cx="195062" cy="598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191"/>
              </a:lnTo>
              <a:lnTo>
                <a:pt x="195062" y="598191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989698-94C5-485A-9301-41B9648A1574}">
      <dsp:nvSpPr>
        <dsp:cNvPr id="0" name=""/>
        <dsp:cNvSpPr/>
      </dsp:nvSpPr>
      <dsp:spPr>
        <a:xfrm>
          <a:off x="3294923" y="651399"/>
          <a:ext cx="786752" cy="273087"/>
        </a:xfrm>
        <a:custGeom>
          <a:avLst/>
          <a:gdLst/>
          <a:ahLst/>
          <a:cxnLst/>
          <a:rect l="0" t="0" r="0" b="0"/>
          <a:pathLst>
            <a:path>
              <a:moveTo>
                <a:pt x="786752" y="0"/>
              </a:moveTo>
              <a:lnTo>
                <a:pt x="786752" y="136543"/>
              </a:lnTo>
              <a:lnTo>
                <a:pt x="0" y="136543"/>
              </a:lnTo>
              <a:lnTo>
                <a:pt x="0" y="273087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F80D74-07C5-41B2-A7B6-AE809976EB54}">
      <dsp:nvSpPr>
        <dsp:cNvPr id="0" name=""/>
        <dsp:cNvSpPr/>
      </dsp:nvSpPr>
      <dsp:spPr>
        <a:xfrm>
          <a:off x="1201253" y="1574694"/>
          <a:ext cx="195062" cy="1521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487"/>
              </a:lnTo>
              <a:lnTo>
                <a:pt x="195062" y="1521487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96927F-04F0-4C3E-BD5B-547DD003F2FB}">
      <dsp:nvSpPr>
        <dsp:cNvPr id="0" name=""/>
        <dsp:cNvSpPr/>
      </dsp:nvSpPr>
      <dsp:spPr>
        <a:xfrm>
          <a:off x="1201253" y="1574694"/>
          <a:ext cx="195062" cy="598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191"/>
              </a:lnTo>
              <a:lnTo>
                <a:pt x="195062" y="598191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318333-CE00-4D4E-B0DF-4D4D68ED8F98}">
      <dsp:nvSpPr>
        <dsp:cNvPr id="0" name=""/>
        <dsp:cNvSpPr/>
      </dsp:nvSpPr>
      <dsp:spPr>
        <a:xfrm>
          <a:off x="1721419" y="651399"/>
          <a:ext cx="2360256" cy="273087"/>
        </a:xfrm>
        <a:custGeom>
          <a:avLst/>
          <a:gdLst/>
          <a:ahLst/>
          <a:cxnLst/>
          <a:rect l="0" t="0" r="0" b="0"/>
          <a:pathLst>
            <a:path>
              <a:moveTo>
                <a:pt x="2360256" y="0"/>
              </a:moveTo>
              <a:lnTo>
                <a:pt x="2360256" y="136543"/>
              </a:lnTo>
              <a:lnTo>
                <a:pt x="0" y="136543"/>
              </a:lnTo>
              <a:lnTo>
                <a:pt x="0" y="273087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F515E-5B9E-420C-9025-A0D778453F13}">
      <dsp:nvSpPr>
        <dsp:cNvPr id="0" name=""/>
        <dsp:cNvSpPr/>
      </dsp:nvSpPr>
      <dsp:spPr>
        <a:xfrm>
          <a:off x="3431467" y="1190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جامعه آماری 1000 نفره</a:t>
          </a:r>
          <a:endParaRPr lang="en-US" sz="1600" kern="1200" dirty="0"/>
        </a:p>
      </dsp:txBody>
      <dsp:txXfrm>
        <a:off x="3431467" y="1190"/>
        <a:ext cx="1300416" cy="650208"/>
      </dsp:txXfrm>
    </dsp:sp>
    <dsp:sp modelId="{2A132A1C-1109-41CD-AA0D-60CE41E8DA8B}">
      <dsp:nvSpPr>
        <dsp:cNvPr id="0" name=""/>
        <dsp:cNvSpPr/>
      </dsp:nvSpPr>
      <dsp:spPr>
        <a:xfrm>
          <a:off x="1071211" y="924486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گروه یک 100 نفر</a:t>
          </a:r>
          <a:endParaRPr lang="en-US" sz="1600" kern="1200" dirty="0"/>
        </a:p>
      </dsp:txBody>
      <dsp:txXfrm>
        <a:off x="1071211" y="924486"/>
        <a:ext cx="1300416" cy="650208"/>
      </dsp:txXfrm>
    </dsp:sp>
    <dsp:sp modelId="{5980EF3C-C57C-4F90-809D-095924786E0E}">
      <dsp:nvSpPr>
        <dsp:cNvPr id="0" name=""/>
        <dsp:cNvSpPr/>
      </dsp:nvSpPr>
      <dsp:spPr>
        <a:xfrm>
          <a:off x="1396315" y="1847782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کمک ماهانه هر نفر 5 میلیون تومان</a:t>
          </a:r>
          <a:endParaRPr lang="en-US" sz="1600" kern="1200" dirty="0"/>
        </a:p>
      </dsp:txBody>
      <dsp:txXfrm>
        <a:off x="1396315" y="1847782"/>
        <a:ext cx="1300416" cy="650208"/>
      </dsp:txXfrm>
    </dsp:sp>
    <dsp:sp modelId="{B96C1AF3-08C9-4F27-8B15-461BD3C1CC15}">
      <dsp:nvSpPr>
        <dsp:cNvPr id="0" name=""/>
        <dsp:cNvSpPr/>
      </dsp:nvSpPr>
      <dsp:spPr>
        <a:xfrm>
          <a:off x="1396315" y="2771077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جمعا 500 میلیون تومان</a:t>
          </a:r>
          <a:endParaRPr lang="en-US" sz="1600" kern="1200" dirty="0"/>
        </a:p>
      </dsp:txBody>
      <dsp:txXfrm>
        <a:off x="1396315" y="2771077"/>
        <a:ext cx="1300416" cy="650208"/>
      </dsp:txXfrm>
    </dsp:sp>
    <dsp:sp modelId="{BB984BA3-3FCE-4FB9-862F-DFACE5BE9816}">
      <dsp:nvSpPr>
        <dsp:cNvPr id="0" name=""/>
        <dsp:cNvSpPr/>
      </dsp:nvSpPr>
      <dsp:spPr>
        <a:xfrm>
          <a:off x="2644715" y="924486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گروه دو 200 نفر</a:t>
          </a:r>
          <a:endParaRPr lang="en-US" sz="1600" kern="1200" dirty="0"/>
        </a:p>
      </dsp:txBody>
      <dsp:txXfrm>
        <a:off x="2644715" y="924486"/>
        <a:ext cx="1300416" cy="650208"/>
      </dsp:txXfrm>
    </dsp:sp>
    <dsp:sp modelId="{4319ADCA-8ED6-4405-9B2E-E1F544BE30EC}">
      <dsp:nvSpPr>
        <dsp:cNvPr id="0" name=""/>
        <dsp:cNvSpPr/>
      </dsp:nvSpPr>
      <dsp:spPr>
        <a:xfrm>
          <a:off x="2969819" y="1847782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کمک ماهانه هر نفر 3 میلیون تومان</a:t>
          </a:r>
          <a:endParaRPr lang="en-US" sz="1600" kern="1200" dirty="0"/>
        </a:p>
      </dsp:txBody>
      <dsp:txXfrm>
        <a:off x="2969819" y="1847782"/>
        <a:ext cx="1300416" cy="650208"/>
      </dsp:txXfrm>
    </dsp:sp>
    <dsp:sp modelId="{69078707-D86D-4B3B-B805-89F6194BA8A1}">
      <dsp:nvSpPr>
        <dsp:cNvPr id="0" name=""/>
        <dsp:cNvSpPr/>
      </dsp:nvSpPr>
      <dsp:spPr>
        <a:xfrm>
          <a:off x="2969819" y="2771077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جمعا 600 میلیون تومان</a:t>
          </a:r>
          <a:endParaRPr lang="en-US" sz="1600" kern="1200" dirty="0"/>
        </a:p>
      </dsp:txBody>
      <dsp:txXfrm>
        <a:off x="2969819" y="2771077"/>
        <a:ext cx="1300416" cy="650208"/>
      </dsp:txXfrm>
    </dsp:sp>
    <dsp:sp modelId="{2E5A5009-512A-430D-8A96-412AB4EFE0F6}">
      <dsp:nvSpPr>
        <dsp:cNvPr id="0" name=""/>
        <dsp:cNvSpPr/>
      </dsp:nvSpPr>
      <dsp:spPr>
        <a:xfrm>
          <a:off x="4218219" y="924486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گروه سه 300 نفر</a:t>
          </a:r>
          <a:endParaRPr lang="en-US" sz="1600" kern="1200" dirty="0"/>
        </a:p>
      </dsp:txBody>
      <dsp:txXfrm>
        <a:off x="4218219" y="924486"/>
        <a:ext cx="1300416" cy="650208"/>
      </dsp:txXfrm>
    </dsp:sp>
    <dsp:sp modelId="{DA87915C-E581-4FD1-B512-064ED1AC6175}">
      <dsp:nvSpPr>
        <dsp:cNvPr id="0" name=""/>
        <dsp:cNvSpPr/>
      </dsp:nvSpPr>
      <dsp:spPr>
        <a:xfrm>
          <a:off x="4543323" y="1847782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کمک ماهانه هر نفر 2 میلیون تومان</a:t>
          </a:r>
          <a:endParaRPr lang="en-US" sz="1600" kern="1200" dirty="0"/>
        </a:p>
      </dsp:txBody>
      <dsp:txXfrm>
        <a:off x="4543323" y="1847782"/>
        <a:ext cx="1300416" cy="650208"/>
      </dsp:txXfrm>
    </dsp:sp>
    <dsp:sp modelId="{A9BA2146-7EC1-4E25-8252-7FCD634DCAB6}">
      <dsp:nvSpPr>
        <dsp:cNvPr id="0" name=""/>
        <dsp:cNvSpPr/>
      </dsp:nvSpPr>
      <dsp:spPr>
        <a:xfrm>
          <a:off x="4543323" y="2771077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جمعا 600 میلیون تومان</a:t>
          </a:r>
          <a:endParaRPr lang="en-US" sz="1600" kern="1200" dirty="0"/>
        </a:p>
      </dsp:txBody>
      <dsp:txXfrm>
        <a:off x="4543323" y="2771077"/>
        <a:ext cx="1300416" cy="650208"/>
      </dsp:txXfrm>
    </dsp:sp>
    <dsp:sp modelId="{9DB164E2-A89C-4D04-A830-E8151D3AA829}">
      <dsp:nvSpPr>
        <dsp:cNvPr id="0" name=""/>
        <dsp:cNvSpPr/>
      </dsp:nvSpPr>
      <dsp:spPr>
        <a:xfrm>
          <a:off x="5791723" y="924486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گروه چهار 400 نفر</a:t>
          </a:r>
          <a:endParaRPr lang="en-US" sz="1600" kern="1200" dirty="0"/>
        </a:p>
      </dsp:txBody>
      <dsp:txXfrm>
        <a:off x="5791723" y="924486"/>
        <a:ext cx="1300416" cy="650208"/>
      </dsp:txXfrm>
    </dsp:sp>
    <dsp:sp modelId="{6B6399E7-6102-4BF7-9AAA-43DBC707CD31}">
      <dsp:nvSpPr>
        <dsp:cNvPr id="0" name=""/>
        <dsp:cNvSpPr/>
      </dsp:nvSpPr>
      <dsp:spPr>
        <a:xfrm>
          <a:off x="6116827" y="1847782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کمک ماهانه هر نفر 1میلیون تومان</a:t>
          </a:r>
          <a:endParaRPr lang="en-US" sz="1600" kern="1200" dirty="0"/>
        </a:p>
      </dsp:txBody>
      <dsp:txXfrm>
        <a:off x="6116827" y="1847782"/>
        <a:ext cx="1300416" cy="650208"/>
      </dsp:txXfrm>
    </dsp:sp>
    <dsp:sp modelId="{978072A1-2A85-4A32-B5C9-80BD39B540C6}">
      <dsp:nvSpPr>
        <dsp:cNvPr id="0" name=""/>
        <dsp:cNvSpPr/>
      </dsp:nvSpPr>
      <dsp:spPr>
        <a:xfrm>
          <a:off x="6116827" y="2771077"/>
          <a:ext cx="1300416" cy="650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1600" kern="1200" dirty="0" smtClean="0"/>
            <a:t>جمعا 400 میلیون تومان</a:t>
          </a:r>
          <a:endParaRPr lang="en-US" sz="1600" kern="1200" dirty="0"/>
        </a:p>
      </dsp:txBody>
      <dsp:txXfrm>
        <a:off x="6116827" y="2771077"/>
        <a:ext cx="1300416" cy="650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44240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58567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55979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8000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a-IR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2965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6318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4700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40604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9823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24426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51192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93DBDD9-9CD1-4022-9068-3F6AC1F9AFC3}" type="datetimeFigureOut">
              <a:rPr lang="fa-IR" smtClean="0"/>
              <a:t>17/05/1447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a-I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E2C5B51-AF96-4EFF-AB2B-FB6247C8EFFC}" type="slidenum">
              <a:rPr lang="fa-IR" smtClean="0"/>
              <a:t>‹#›</a:t>
            </a:fld>
            <a:endParaRPr lang="fa-IR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9117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1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r" rtl="1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r" rtl="1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rtl="1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r" rtl="1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r" rtl="1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5400" spc="0" dirty="0">
                <a:latin typeface="B Yekan+" panose="02000503030000020004" pitchFamily="2" charset="-78"/>
                <a:cs typeface="B Yekan+" panose="02000503030000020004" pitchFamily="2" charset="-78"/>
              </a:rPr>
              <a:t>معرفی پلتفرم </a:t>
            </a:r>
            <a:r>
              <a:rPr lang="fa-IR" sz="5400" spc="0" dirty="0" smtClean="0">
                <a:latin typeface="B Yekan+" panose="02000503030000020004" pitchFamily="2" charset="-78"/>
                <a:cs typeface="B Yekan+" panose="02000503030000020004" pitchFamily="2" charset="-78"/>
              </a:rPr>
              <a:t>یاسی شو</a:t>
            </a:r>
            <a:endParaRPr lang="fa-IR" sz="5400" spc="0" dirty="0">
              <a:latin typeface="B Yekan+" panose="02000503030000020004" pitchFamily="2" charset="-78"/>
              <a:cs typeface="B Yekan+" panose="02000503030000020004" pitchFamily="2" charset="-7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/>
              <a:t>به نام خدا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1022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2336" y="1684990"/>
            <a:ext cx="11338560" cy="4572000"/>
          </a:xfrm>
        </p:spPr>
        <p:txBody>
          <a:bodyPr/>
          <a:lstStyle/>
          <a:p>
            <a:r>
              <a:rPr lang="fa-IR" dirty="0"/>
              <a:t>یک موسسه نیکوکاری </a:t>
            </a:r>
            <a:r>
              <a:rPr lang="fa-IR" dirty="0" smtClean="0"/>
              <a:t>( خیریه ) هدف </a:t>
            </a:r>
            <a:r>
              <a:rPr lang="fa-IR" dirty="0"/>
              <a:t>اساسی آن کار نیکوکاری و اعمال خیرمی باشد ومیبایست در چهار چوب ضوابط خیریه و در مسیر منافع عمومی عمل </a:t>
            </a:r>
            <a:r>
              <a:rPr lang="fa-IR" dirty="0" smtClean="0"/>
              <a:t>نماید.</a:t>
            </a:r>
          </a:p>
          <a:p>
            <a:r>
              <a:rPr lang="fa-IR" dirty="0" smtClean="0"/>
              <a:t>اصلی ترین هدف موسسات نیکوکاری جذب منابع مالی به شیوه های مختلف و توسعه آنست تا بتواند در راستای اهداف و برنامه های خود این منابع را هزینه نماید.</a:t>
            </a:r>
          </a:p>
          <a:p>
            <a:r>
              <a:rPr lang="fa-IR" dirty="0" smtClean="0"/>
              <a:t>در جوامعی که عامه مردم با مشکلات اقتصادی متفاوت روبرو هستند جذب این منابع مالی گاها با مشکل روبرو شده و حتی در بعضی از مواقع متوقف میشود. 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75505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شیوه های جذب منابع مالی</a:t>
            </a:r>
            <a:endParaRPr lang="fa-IR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موسسات نیکو کاری در جذب منابع مالی خود معمولا بر اساس یکی از دو استراتژی زیر و یا هر دو عمل مینمایند:</a:t>
            </a:r>
          </a:p>
          <a:p>
            <a:r>
              <a:rPr lang="fa-IR" dirty="0" smtClean="0"/>
              <a:t>جذب منابع کلان</a:t>
            </a:r>
          </a:p>
          <a:p>
            <a:pPr lvl="1"/>
            <a:r>
              <a:rPr lang="fa-IR" dirty="0" smtClean="0"/>
              <a:t>شکل گیری بر اساس نیکو کاران بزرگ / منابع مالی شرکت ها و کارخانجات و تجار</a:t>
            </a:r>
          </a:p>
          <a:p>
            <a:pPr lvl="1"/>
            <a:r>
              <a:rPr lang="fa-IR" dirty="0" smtClean="0"/>
              <a:t>محدودیت در تعداد و بالا بودن منبع مالی جذب شده</a:t>
            </a:r>
          </a:p>
          <a:p>
            <a:r>
              <a:rPr lang="fa-IR" dirty="0" smtClean="0"/>
              <a:t>جذب منابع خرد ( تامین مالی جمعی )</a:t>
            </a:r>
          </a:p>
          <a:p>
            <a:pPr lvl="1"/>
            <a:r>
              <a:rPr lang="fa-IR" dirty="0" smtClean="0"/>
              <a:t>شکل گیری بر اساس جمع آوری منابع مالی از عامه مردم / اصطلاحا به این روش ( کوچک اما بزرگ ) اطلاق میشود</a:t>
            </a:r>
          </a:p>
          <a:p>
            <a:pPr lvl="1"/>
            <a:r>
              <a:rPr lang="fa-IR" dirty="0" smtClean="0"/>
              <a:t>عدم محدودیت در تعداد و گاها همپوشانی با منبع مالی جذب شده در روش کلان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70892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dirty="0"/>
              <a:t>جذب منابع خرد ( تامین مالی جمعی </a:t>
            </a:r>
            <a:r>
              <a:rPr lang="fa-IR" dirty="0" smtClean="0"/>
              <a:t>)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زلزله کرمانشاه، حادثه‌ی طبیعی بود که در عین حال که به یک بحران تبدیل شد، فرصتی بود تا تک تک شهروندان ایرانی در جای جای دنیا، </a:t>
            </a:r>
            <a:r>
              <a:rPr lang="fa-IR" dirty="0" smtClean="0"/>
              <a:t>هم نوعدوستی </a:t>
            </a:r>
            <a:r>
              <a:rPr lang="fa-IR" dirty="0"/>
              <a:t>و حمایت از هم میهنان خود را به اوج برسانند و در قالب کمک های متنوعی به داد هموطنان کرمانشاهی برسند</a:t>
            </a:r>
            <a:r>
              <a:rPr lang="fa-IR" dirty="0" smtClean="0"/>
              <a:t>.</a:t>
            </a:r>
          </a:p>
          <a:p>
            <a:r>
              <a:rPr lang="fa-IR" dirty="0" smtClean="0"/>
              <a:t>طبق </a:t>
            </a:r>
            <a:r>
              <a:rPr lang="fa-IR" dirty="0"/>
              <a:t>آمار غیر رسمی چیزی حدود چهارصد میلیارد ریال در قالب کمک نقدی جمع آوری شد که این مبالغ اغلب توسط افراد شناخته شده و خیریه ها جذب گردید. این یکی از صدها نمونه جذب مشارکت خرد موفقی است که میتوان به عنوان الگویی در سایر پروژه های جذب مشارکت از آن استفاده کرد. </a:t>
            </a:r>
          </a:p>
        </p:txBody>
      </p:sp>
    </p:spTree>
    <p:extLst>
      <p:ext uri="{BB962C8B-B14F-4D97-AF65-F5344CB8AC3E}">
        <p14:creationId xmlns:p14="http://schemas.microsoft.com/office/powerpoint/2010/main" val="342072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پرسش هایی برای شروع پروژه</a:t>
            </a:r>
          </a:p>
          <a:p>
            <a:r>
              <a:rPr lang="fa-IR" dirty="0" smtClean="0"/>
              <a:t> افراد در چه صورت ترغیب برای کمک به امرو خیر میشن</a:t>
            </a:r>
          </a:p>
          <a:p>
            <a:r>
              <a:rPr lang="fa-IR" dirty="0" smtClean="0"/>
              <a:t>در کمک به یک خیریه چه ویژگی هایی برای افراد مهم است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84366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این فرایند جذب منابع مالی خرد یک </a:t>
            </a:r>
            <a:r>
              <a:rPr lang="fa-IR" dirty="0"/>
              <a:t>پلتفرم بر بستر فضای وب است که بر اساس مشارکت افراد جهت ساخت و تکمیل پروژه های انجمن خیریه بیماران سرطانی یاس شامل:</a:t>
            </a:r>
          </a:p>
          <a:p>
            <a:pPr lvl="1"/>
            <a:r>
              <a:rPr lang="fa-IR" dirty="0"/>
              <a:t>مرکز رادیو تراپی</a:t>
            </a:r>
          </a:p>
          <a:p>
            <a:pPr lvl="1"/>
            <a:r>
              <a:rPr lang="fa-IR" dirty="0"/>
              <a:t>مرکز غربالگری خون</a:t>
            </a:r>
          </a:p>
          <a:p>
            <a:pPr lvl="1"/>
            <a:r>
              <a:rPr lang="fa-IR" dirty="0"/>
              <a:t>درمانگاه و مرکز بستری</a:t>
            </a:r>
          </a:p>
          <a:p>
            <a:pPr lvl="1"/>
            <a:r>
              <a:rPr lang="fa-IR" dirty="0"/>
              <a:t>مرکز آموزش و پیشگیری </a:t>
            </a:r>
            <a:r>
              <a:rPr lang="fa-IR" dirty="0" smtClean="0"/>
              <a:t>سرطان</a:t>
            </a:r>
          </a:p>
          <a:p>
            <a:pPr lvl="1"/>
            <a:r>
              <a:rPr lang="fa-IR" dirty="0" smtClean="0"/>
              <a:t>و....</a:t>
            </a:r>
            <a:endParaRPr lang="fa-IR" dirty="0"/>
          </a:p>
          <a:p>
            <a:pPr marL="0" indent="0">
              <a:buNone/>
            </a:pPr>
            <a:r>
              <a:rPr lang="fa-IR" dirty="0"/>
              <a:t>شکل گرفته است </a:t>
            </a:r>
            <a:r>
              <a:rPr lang="fa-IR" dirty="0" smtClean="0"/>
              <a:t>. افراد </a:t>
            </a:r>
            <a:r>
              <a:rPr lang="fa-IR" dirty="0"/>
              <a:t>با حضور خود، دعوت از دوستان و اضافه نمودن اقوام و یاران سفر کرده </a:t>
            </a:r>
            <a:r>
              <a:rPr lang="fa-IR" dirty="0" smtClean="0"/>
              <a:t>شان و معرفی واحد های کاری و صنفی در </a:t>
            </a:r>
            <a:r>
              <a:rPr lang="fa-IR" dirty="0"/>
              <a:t>این پروژه و همچنین معرفی آن انجمن یاس را در ساخت این مراکز یاری </a:t>
            </a:r>
            <a:r>
              <a:rPr lang="fa-IR" dirty="0" smtClean="0"/>
              <a:t>میرسانند </a:t>
            </a:r>
            <a:r>
              <a:rPr lang="fa-I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9721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در یک پرشسنامه تلفنی از افراد مختلف :</a:t>
            </a:r>
          </a:p>
          <a:p>
            <a:endParaRPr lang="fa-IR" dirty="0"/>
          </a:p>
          <a:p>
            <a:r>
              <a:rPr lang="fa-IR" dirty="0" smtClean="0"/>
              <a:t>جامعه اماری 50 نفر </a:t>
            </a:r>
          </a:p>
          <a:p>
            <a:r>
              <a:rPr lang="fa-IR" dirty="0" smtClean="0"/>
              <a:t>۳۸ نفر اظهار تمایل کردن بخشی از درآمد خود را ( مبلغ یک میلیون تومان ) بابت کمک های خیریه اختصاص دهند</a:t>
            </a:r>
          </a:p>
          <a:p>
            <a:endParaRPr lang="fa-IR" dirty="0"/>
          </a:p>
          <a:p>
            <a:r>
              <a:rPr lang="fa-IR" dirty="0" smtClean="0"/>
              <a:t>جامعه آماری 20 نفر ( گزیده شده )</a:t>
            </a:r>
          </a:p>
          <a:p>
            <a:r>
              <a:rPr lang="fa-IR" dirty="0" smtClean="0"/>
              <a:t>5 نفر اظهار تمایل ماهانه مبلغی بین ۳ تا ۵ میلیون تومان بابت کمک های خیریه یاس اختصاص دهند  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2370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گروه های هدف</a:t>
            </a:r>
            <a:endParaRPr lang="fa-IR" dirty="0"/>
          </a:p>
          <a:p>
            <a:pPr lvl="1"/>
            <a:r>
              <a:rPr lang="fa-IR" dirty="0" smtClean="0"/>
              <a:t>علاقمندان به کار خیر</a:t>
            </a:r>
            <a:endParaRPr lang="fa-IR" dirty="0"/>
          </a:p>
          <a:p>
            <a:pPr lvl="1"/>
            <a:r>
              <a:rPr lang="fa-IR" dirty="0" smtClean="0"/>
              <a:t>صاحبان کسب و کار ( واحدهای خصوصی )</a:t>
            </a:r>
            <a:endParaRPr lang="fa-IR" dirty="0"/>
          </a:p>
          <a:p>
            <a:pPr lvl="1"/>
            <a:r>
              <a:rPr lang="fa-IR" dirty="0" smtClean="0"/>
              <a:t>مدیران و کارمندان واحدهای دولتی</a:t>
            </a:r>
          </a:p>
          <a:p>
            <a:pPr lvl="1"/>
            <a:r>
              <a:rPr lang="fa-IR" dirty="0" smtClean="0"/>
              <a:t>ایرانیان مقیم خارج از کشور</a:t>
            </a:r>
          </a:p>
          <a:p>
            <a:pPr lvl="1"/>
            <a:endParaRPr lang="fa-IR" dirty="0"/>
          </a:p>
          <a:p>
            <a:pPr marL="0" indent="0">
              <a:buNone/>
            </a:pPr>
            <a:r>
              <a:rPr lang="fa-IR" dirty="0"/>
              <a:t>شکل گرفته است </a:t>
            </a:r>
            <a:r>
              <a:rPr lang="fa-IR" dirty="0" smtClean="0"/>
              <a:t>. افراد </a:t>
            </a:r>
            <a:r>
              <a:rPr lang="fa-IR" dirty="0"/>
              <a:t>با حضور خود، دعوت از دوستان و اضافه نمودن اقوام و یاران سفر کرده </a:t>
            </a:r>
            <a:r>
              <a:rPr lang="fa-IR" dirty="0" smtClean="0"/>
              <a:t>شان و معرفی واحد های کاری و صنفی در </a:t>
            </a:r>
            <a:r>
              <a:rPr lang="fa-IR" dirty="0"/>
              <a:t>این پروژه و همچنین معرفی آن انجمن یاس را در ساخت این مراکز یاری </a:t>
            </a:r>
            <a:r>
              <a:rPr lang="fa-IR" dirty="0" smtClean="0"/>
              <a:t>میرسانند </a:t>
            </a:r>
            <a:r>
              <a:rPr lang="fa-I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48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نمونه کارکرد کمک های مشارکتی</a:t>
            </a:r>
            <a:endParaRPr lang="fa-IR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07635621"/>
              </p:ext>
            </p:extLst>
          </p:nvPr>
        </p:nvGraphicFramePr>
        <p:xfrm>
          <a:off x="77441" y="1970116"/>
          <a:ext cx="8488456" cy="3422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789024" y="1527048"/>
            <a:ext cx="3951871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r" rtl="1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r" rtl="1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r" rtl="1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r" rtl="1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/>
              <a:t>در یک مشارکت شکل گرفته بر اساس مدل مقابل سازمان خیریه میتواند ماهانه حدود ۲ میلیارد تومان جذب منابع داشته باشد.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289582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ويژگی ها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۱ – نام</a:t>
            </a:r>
          </a:p>
          <a:p>
            <a:pPr lvl="1"/>
            <a:r>
              <a:rPr lang="fa-IR" dirty="0" smtClean="0"/>
              <a:t>یاسی شو / دیوار یاس /  یاسی بان / و.....</a:t>
            </a:r>
            <a:endParaRPr lang="fa-IR" dirty="0"/>
          </a:p>
          <a:p>
            <a:r>
              <a:rPr lang="fa-IR" dirty="0" smtClean="0"/>
              <a:t>۲- ساخت بر بستر وب و قابلیت استفاده در تلفن همراه </a:t>
            </a:r>
          </a:p>
          <a:p>
            <a:r>
              <a:rPr lang="fa-IR" dirty="0" smtClean="0"/>
              <a:t>۳- زبان : فارسی / قابلیت اضافه کردن زبان انگلیسی و عربی</a:t>
            </a:r>
          </a:p>
          <a:p>
            <a:r>
              <a:rPr lang="fa-IR" dirty="0" smtClean="0"/>
              <a:t>۴ – قابلیت دریافت هدیه ( پرداخت مبلغ نقدی ) بصورت آنلاین</a:t>
            </a:r>
          </a:p>
          <a:p>
            <a:r>
              <a:rPr lang="fa-IR" dirty="0" smtClean="0"/>
              <a:t>۵ – بر پایه سیستم حضور مشارکتی و تعاملی</a:t>
            </a:r>
          </a:p>
          <a:p>
            <a:r>
              <a:rPr lang="fa-IR" dirty="0" smtClean="0"/>
              <a:t>۶ – اطلاع رسانی در لحظه کمک اختصاص یافته ( بصورت کلی و جزیی )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18978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429496729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0733"/>
          <a:stretch/>
        </p:blipFill>
        <p:spPr>
          <a:xfrm>
            <a:off x="513573" y="337966"/>
            <a:ext cx="4359273" cy="5904892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724111" y="479644"/>
            <a:ext cx="4016785" cy="4572000"/>
          </a:xfrm>
          <a:prstGeom prst="rect">
            <a:avLst/>
          </a:prstGeom>
        </p:spPr>
        <p:txBody>
          <a:bodyPr/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r" rtl="1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r" rtl="1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r" rtl="1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r" rtl="1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/>
              <a:t>گروههای موجود</a:t>
            </a:r>
          </a:p>
          <a:p>
            <a:r>
              <a:rPr lang="fa-IR" dirty="0" smtClean="0"/>
              <a:t>فاز یک : درگذشتگان ( سفرکردگان )</a:t>
            </a:r>
          </a:p>
          <a:p>
            <a:r>
              <a:rPr lang="fa-IR" dirty="0" smtClean="0"/>
              <a:t>فاز دو : افراد</a:t>
            </a:r>
          </a:p>
          <a:p>
            <a:r>
              <a:rPr lang="fa-IR" dirty="0" smtClean="0"/>
              <a:t>فاز سه : مراکز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11367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475" y="412588"/>
            <a:ext cx="7202424" cy="540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4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788" y="661968"/>
            <a:ext cx="7202424" cy="540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9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101" y="454152"/>
            <a:ext cx="7202424" cy="540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4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042" y="401366"/>
            <a:ext cx="6466332" cy="58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96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3"/>
          <a:stretch/>
        </p:blipFill>
        <p:spPr>
          <a:xfrm>
            <a:off x="2494788" y="193548"/>
            <a:ext cx="7202424" cy="609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53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تبلیغات و توسعه مشارکت ها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a-IR" dirty="0" smtClean="0"/>
              <a:t>ایجاد شبکه های اجتماعی مرتبط</a:t>
            </a:r>
          </a:p>
          <a:p>
            <a:r>
              <a:rPr lang="fa-IR" dirty="0" smtClean="0"/>
              <a:t>ایجاد لینک صفحه در وبسایت های مختلف</a:t>
            </a:r>
          </a:p>
          <a:p>
            <a:r>
              <a:rPr lang="fa-IR" dirty="0" smtClean="0"/>
              <a:t>ایجاد دعوت از دوستان و آشنایان توسط فرد ثبت نام کننده</a:t>
            </a:r>
          </a:p>
          <a:p>
            <a:r>
              <a:rPr lang="fa-IR" dirty="0" smtClean="0"/>
              <a:t>بهره گیری از شخصیت های محبوب مردم جهت معرفی ( بازیگران . ورزشکاران . افراد موفق )</a:t>
            </a:r>
          </a:p>
          <a:p>
            <a:r>
              <a:rPr lang="fa-IR" dirty="0"/>
              <a:t>استفاده از </a:t>
            </a:r>
            <a:r>
              <a:rPr lang="fa-IR" dirty="0" smtClean="0"/>
              <a:t>اینفلوئنسرها</a:t>
            </a:r>
          </a:p>
          <a:p>
            <a:r>
              <a:rPr lang="fa-IR" dirty="0" smtClean="0"/>
              <a:t>بهره گیری از همراهی داوطلبان</a:t>
            </a:r>
          </a:p>
          <a:p>
            <a:r>
              <a:rPr lang="fa-IR" dirty="0" smtClean="0"/>
              <a:t>تبلیغات محیطی</a:t>
            </a:r>
          </a:p>
          <a:p>
            <a:r>
              <a:rPr lang="fa-IR" dirty="0" smtClean="0"/>
              <a:t>ایمیل مارکتینگ</a:t>
            </a:r>
          </a:p>
          <a:p>
            <a:r>
              <a:rPr lang="fa-IR" dirty="0" smtClean="0"/>
              <a:t>پیامک </a:t>
            </a:r>
          </a:p>
          <a:p>
            <a:r>
              <a:rPr lang="fa-IR" dirty="0" smtClean="0"/>
              <a:t>حضور در رویدادها و مراسم </a:t>
            </a:r>
          </a:p>
          <a:p>
            <a:r>
              <a:rPr lang="fa-IR" dirty="0" smtClean="0"/>
              <a:t>رپرتاژ و آگهی در رسانه های گروهی و نشریات</a:t>
            </a:r>
          </a:p>
        </p:txBody>
      </p:sp>
    </p:spTree>
    <p:extLst>
      <p:ext uri="{BB962C8B-B14F-4D97-AF65-F5344CB8AC3E}">
        <p14:creationId xmlns:p14="http://schemas.microsoft.com/office/powerpoint/2010/main" val="1341521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07" y="1945914"/>
            <a:ext cx="3978693" cy="397869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349" y="1952104"/>
            <a:ext cx="3972503" cy="397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3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ساختار فنی</a:t>
            </a:r>
            <a:endParaRPr lang="fa-I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922D8-6433-C241-1AD3-B0D57ED8A7E7}"/>
              </a:ext>
            </a:extLst>
          </p:cNvPr>
          <p:cNvSpPr txBox="1">
            <a:spLocks noGrp="1"/>
          </p:cNvSpPr>
          <p:nvPr>
            <p:ph sz="quarter" idx="1"/>
          </p:nvPr>
        </p:nvSpPr>
        <p:spPr>
          <a:xfrm>
            <a:off x="5943600" y="1527048"/>
            <a:ext cx="5797296" cy="514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b="1" dirty="0">
                <a:cs typeface="B Nazanin" panose="00000400000000000000" pitchFamily="2" charset="-78"/>
              </a:rPr>
              <a:t>معماری و توسعه پذیری</a:t>
            </a:r>
          </a:p>
          <a:p>
            <a:pPr algn="r" rtl="1"/>
            <a:r>
              <a:rPr lang="fa-IR" sz="2400" dirty="0">
                <a:cs typeface="B Nazanin" panose="00000400000000000000" pitchFamily="2" charset="-78"/>
              </a:rPr>
              <a:t>زیرساخت </a:t>
            </a:r>
            <a:r>
              <a:rPr lang="fa-IR" sz="2400" dirty="0" smtClean="0">
                <a:cs typeface="B Nazanin" panose="00000400000000000000" pitchFamily="2" charset="-78"/>
              </a:rPr>
              <a:t>مدرن </a:t>
            </a:r>
            <a:r>
              <a:rPr lang="fa-IR" sz="2400" dirty="0">
                <a:cs typeface="B Nazanin" panose="00000400000000000000" pitchFamily="2" charset="-78"/>
              </a:rPr>
              <a:t>و مقیاس‌پذیر با </a:t>
            </a:r>
            <a:r>
              <a:rPr lang="fa-IR" sz="2400" dirty="0" smtClean="0">
                <a:cs typeface="B Nazanin" panose="00000400000000000000" pitchFamily="2" charset="-78"/>
              </a:rPr>
              <a:t>.</a:t>
            </a:r>
            <a:r>
              <a:rPr lang="en-US" sz="2400" dirty="0" smtClean="0">
                <a:cs typeface="B Nazanin" panose="00000400000000000000" pitchFamily="2" charset="-78"/>
              </a:rPr>
              <a:t>NET</a:t>
            </a:r>
            <a:endParaRPr lang="fa-IR" sz="2400" dirty="0" smtClean="0"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a-IR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استفاده از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.NET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به عنوان بستر اصلی توسعه: سرعت بالا، پشتیبانی جهانی، آینده‌دار</a:t>
            </a:r>
            <a:endParaRPr lang="en-US" altLang="en-US" sz="1800" b="1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a-IR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معماری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ماژولار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→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امکان افزودن امکانات جدید بدون نیاز به بازنویسی کل سیستم</a:t>
            </a:r>
            <a:endParaRPr lang="en-US" altLang="en-US" sz="1800" b="1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a-IR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یکپارچگی </a:t>
            </a:r>
            <a:r>
              <a:rPr lang="ar-SA" altLang="en-US" sz="1800" b="1" dirty="0" smtClean="0">
                <a:latin typeface="Arial" panose="020B0604020202020204" pitchFamily="34" charset="0"/>
                <a:cs typeface="B Nazanin" panose="00000400000000000000" pitchFamily="2" charset="-78"/>
              </a:rPr>
              <a:t>آسان</a:t>
            </a:r>
            <a:r>
              <a:rPr lang="en-US" altLang="en-US" sz="1800" b="1" dirty="0" smtClean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→ </a:t>
            </a:r>
            <a:r>
              <a:rPr lang="fa-IR" altLang="en-US" sz="1800" b="1" dirty="0" smtClean="0">
                <a:latin typeface="Arial" panose="020B0604020202020204" pitchFamily="34" charset="0"/>
                <a:cs typeface="B Nazanin" panose="00000400000000000000" pitchFamily="2" charset="-78"/>
              </a:rPr>
              <a:t>ارتباط با سایر</a:t>
            </a:r>
            <a:r>
              <a:rPr lang="ar-SA" altLang="en-US" sz="1800" b="1" dirty="0" smtClean="0">
                <a:latin typeface="Arial" panose="020B0604020202020204" pitchFamily="34" charset="0"/>
                <a:cs typeface="B Nazanin" panose="00000400000000000000" pitchFamily="2" charset="-78"/>
              </a:rPr>
              <a:t>سامانه‌ها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(بانک، پیامک، درگاه پرداخت، تلگرام)</a:t>
            </a:r>
            <a:endParaRPr lang="en-US" altLang="en-US" sz="1800" b="1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a-IR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توسعه‌پذیری نامحدود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→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از مدیریت کمک‌های کوچک تا سیستم‌های بزرگ مالی و گزارش‌گیری</a:t>
            </a:r>
            <a:endParaRPr lang="en-US" altLang="en-US" sz="1800" b="1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a-IR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به‌روزرسانی ساده و کم‌</a:t>
            </a:r>
            <a:r>
              <a:rPr lang="en-US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800" b="1" dirty="0">
                <a:latin typeface="Arial" panose="020B0604020202020204" pitchFamily="34" charset="0"/>
                <a:cs typeface="B Nazanin" panose="00000400000000000000" pitchFamily="2" charset="-78"/>
              </a:rPr>
              <a:t>هزینه</a:t>
            </a:r>
            <a:endParaRPr lang="en-US" altLang="en-US" sz="1800" b="1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sz="2400" dirty="0">
              <a:cs typeface="B Nazanin" panose="00000400000000000000" pitchFamily="2" charset="-78"/>
            </a:endParaRPr>
          </a:p>
        </p:txBody>
      </p:sp>
      <p:pic>
        <p:nvPicPr>
          <p:cNvPr id="5" name="Picture 4" descr="A blue circle with white text and circles and dots&#10;&#10;AI-generated content may be incorrect.">
            <a:extLst>
              <a:ext uri="{FF2B5EF4-FFF2-40B4-BE49-F238E27FC236}">
                <a16:creationId xmlns:a16="http://schemas.microsoft.com/office/drawing/2014/main" id="{CB3178A1-0DE7-035C-E96D-792EE7D694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2199613"/>
            <a:ext cx="5281050" cy="3110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3428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ساختار فنی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536276" y="1527048"/>
            <a:ext cx="6204620" cy="4572000"/>
          </a:xfrm>
        </p:spPr>
        <p:txBody>
          <a:bodyPr/>
          <a:lstStyle/>
          <a:p>
            <a:r>
              <a:rPr lang="fa-IR" sz="2400" b="1" dirty="0">
                <a:cs typeface="B Nazanin" panose="00000400000000000000" pitchFamily="2" charset="-78"/>
              </a:rPr>
              <a:t>امنیت و اعتماد در داده‌ها و </a:t>
            </a:r>
            <a:r>
              <a:rPr lang="fa-IR" sz="2400" b="1" dirty="0" smtClean="0">
                <a:cs typeface="B Nazanin" panose="00000400000000000000" pitchFamily="2" charset="-78"/>
              </a:rPr>
              <a:t>تراکنش‌ها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امنیت داده‌ها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با استانداردهای جهانی (رمزنگاری اطلاعات حساس)</a:t>
            </a:r>
            <a:endParaRPr lang="en-US" altLang="en-US" sz="19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احراز هویت چندمرحله‌ای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 ) </a:t>
            </a:r>
            <a:r>
              <a:rPr lang="ar-SA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ورود امن مدیران و خیرین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(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پشتیبان‌گیری منظم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برای جلوگیری از از دست رفتن اطلاعات</a:t>
            </a:r>
            <a:endParaRPr lang="en-US" altLang="en-US" sz="19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گزارش‌گیری شفاف و قابل اعتماد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برای اطمینان سرمایه‌گذاران و خیرین</a:t>
            </a:r>
            <a:endParaRPr lang="en-US" altLang="en-US" sz="19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مانیتورینگ </a:t>
            </a:r>
            <a:r>
              <a:rPr lang="fa-IR" altLang="en-US" sz="1900" b="1" smtClean="0">
                <a:latin typeface="Arial" panose="020B0604020202020204" pitchFamily="34" charset="0"/>
                <a:cs typeface="B Nazanin" panose="00000400000000000000" pitchFamily="2" charset="-78"/>
              </a:rPr>
              <a:t>24</a:t>
            </a:r>
            <a:r>
              <a:rPr lang="ar-SA" altLang="en-US" sz="1900" b="1" smtClean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b="1" dirty="0">
                <a:latin typeface="Arial" panose="020B0604020202020204" pitchFamily="34" charset="0"/>
                <a:cs typeface="B Nazanin" panose="00000400000000000000" pitchFamily="2" charset="-78"/>
              </a:rPr>
              <a:t>ساعته</a:t>
            </a:r>
            <a:r>
              <a:rPr lang="en-US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ar-SA" altLang="en-US" sz="1900" dirty="0">
                <a:latin typeface="Arial" panose="020B0604020202020204" pitchFamily="34" charset="0"/>
                <a:cs typeface="B Nazanin" panose="00000400000000000000" pitchFamily="2" charset="-78"/>
              </a:rPr>
              <a:t>برای اطمینان از در دسترس بودن سرویس</a:t>
            </a:r>
            <a:endParaRPr lang="en-US" altLang="en-US" sz="19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endParaRPr lang="en-US" sz="2400" b="1" dirty="0"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B0F3F-8C6C-5693-B68C-A507C6E69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054" y="2180754"/>
            <a:ext cx="4527163" cy="32645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53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5091" y="2768138"/>
            <a:ext cx="5753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a-IR" sz="4000" dirty="0">
                <a:cs typeface="B Yekan" panose="00000400000000000000" pitchFamily="2" charset="-78"/>
              </a:rPr>
              <a:t>سپاس از صبر و حوصله شما</a:t>
            </a:r>
            <a:endParaRPr lang="fa-IR" sz="4000" dirty="0"/>
          </a:p>
        </p:txBody>
      </p:sp>
    </p:spTree>
    <p:extLst>
      <p:ext uri="{BB962C8B-B14F-4D97-AF65-F5344CB8AC3E}">
        <p14:creationId xmlns:p14="http://schemas.microsoft.com/office/powerpoint/2010/main" val="39998068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6593502-8353-4F34-896F-F39451BB3308}" vid="{146F9245-9F72-4DE0-BFE0-6B7B55B441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571</TotalTime>
  <Words>974</Words>
  <Application>Microsoft Office PowerPoint</Application>
  <PresentationFormat>Widescreen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B Nazanin</vt:lpstr>
      <vt:lpstr>B Yekan</vt:lpstr>
      <vt:lpstr>B Yekan+</vt:lpstr>
      <vt:lpstr>Georgia</vt:lpstr>
      <vt:lpstr>Times New Roman</vt:lpstr>
      <vt:lpstr>Wingdings</vt:lpstr>
      <vt:lpstr>Wingdings 2</vt:lpstr>
      <vt:lpstr>Theme1</vt:lpstr>
      <vt:lpstr>به نام خدا</vt:lpstr>
      <vt:lpstr>PowerPoint Presentation</vt:lpstr>
      <vt:lpstr>شیوه های جذب منابع مالی</vt:lpstr>
      <vt:lpstr>جذب منابع خرد ( تامین مالی جمعی )</vt:lpstr>
      <vt:lpstr>PowerPoint Presentation</vt:lpstr>
      <vt:lpstr>PowerPoint Presentation</vt:lpstr>
      <vt:lpstr>PowerPoint Presentation</vt:lpstr>
      <vt:lpstr>PowerPoint Presentation</vt:lpstr>
      <vt:lpstr>نمونه کارکرد کمک های مشارکتی</vt:lpstr>
      <vt:lpstr>ويژگی ها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تبلیغات و توسعه مشارکت ها</vt:lpstr>
      <vt:lpstr>PowerPoint Presentation</vt:lpstr>
      <vt:lpstr>ساختار فنی</vt:lpstr>
      <vt:lpstr>ساختار فنی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معرفی پلتفرم کمک به برنامه های عمرانی یاس</dc:title>
  <dc:creator>Windows User</dc:creator>
  <cp:lastModifiedBy>Windows User</cp:lastModifiedBy>
  <cp:revision>32</cp:revision>
  <dcterms:created xsi:type="dcterms:W3CDTF">2022-05-08T06:23:54Z</dcterms:created>
  <dcterms:modified xsi:type="dcterms:W3CDTF">2025-11-07T15:37:25Z</dcterms:modified>
</cp:coreProperties>
</file>